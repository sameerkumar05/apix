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E7A4939-0616-4FEC-A0FB-CADF94C9380A}">
          <p14:sldIdLst>
            <p14:sldId id="291"/>
            <p14:sldId id="281"/>
            <p14:sldId id="290"/>
          </p14:sldIdLst>
        </p14:section>
        <p14:section name="Untitled Section" id="{1A9D5F4A-E87E-49C3-8002-45F69CF67A99}">
          <p14:sldIdLst>
            <p14:sldId id="293"/>
            <p14:sldId id="294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42B303-29F7-DFFF-5588-B1F708774BA1}" name="Sameer Kumar" initials="SK" userId="24768edcdf85ca2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7252F8"/>
    <a:srgbClr val="6B4AF8"/>
    <a:srgbClr val="5C37F7"/>
    <a:srgbClr val="9090F4"/>
    <a:srgbClr val="FF9BFF"/>
    <a:srgbClr val="ADCDFD"/>
    <a:srgbClr val="BDBDF9"/>
    <a:srgbClr val="EF4FD8"/>
    <a:srgbClr val="FF15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ADAE1-D504-4CDD-AD51-CB23201BDC4B}" v="130" dt="2026-09-10T03:32:29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eer Kumar" userId="24768edcdf85ca24" providerId="LiveId" clId="{19FD9F77-8FBF-4E55-A139-16B9E330BA2E}"/>
    <pc:docChg chg="undo custSel addSld delSld modSld sldOrd addSection">
      <pc:chgData name="Sameer Kumar" userId="24768edcdf85ca24" providerId="LiveId" clId="{19FD9F77-8FBF-4E55-A139-16B9E330BA2E}" dt="2026-09-10T04:33:30.582" v="12945" actId="20577"/>
      <pc:docMkLst>
        <pc:docMk/>
      </pc:docMkLst>
      <pc:sldChg chg="addSp delSp modSp mod">
        <pc:chgData name="Sameer Kumar" userId="24768edcdf85ca24" providerId="LiveId" clId="{19FD9F77-8FBF-4E55-A139-16B9E330BA2E}" dt="2026-09-09T07:38:17.854" v="11042" actId="1076"/>
        <pc:sldMkLst>
          <pc:docMk/>
          <pc:sldMk cId="0" sldId="281"/>
        </pc:sldMkLst>
        <pc:spChg chg="mod">
          <ac:chgData name="Sameer Kumar" userId="24768edcdf85ca24" providerId="LiveId" clId="{19FD9F77-8FBF-4E55-A139-16B9E330BA2E}" dt="2026-09-01T14:00:13.006" v="432" actId="1076"/>
          <ac:spMkLst>
            <pc:docMk/>
            <pc:sldMk cId="0" sldId="281"/>
            <ac:spMk id="10" creationId="{5DBCE864-823D-4A13-9607-5DA1F0ED5FB8}"/>
          </ac:spMkLst>
        </pc:spChg>
        <pc:spChg chg="add mod">
          <ac:chgData name="Sameer Kumar" userId="24768edcdf85ca24" providerId="LiveId" clId="{19FD9F77-8FBF-4E55-A139-16B9E330BA2E}" dt="2026-09-07T19:20:00.710" v="8770" actId="14100"/>
          <ac:spMkLst>
            <pc:docMk/>
            <pc:sldMk cId="0" sldId="281"/>
            <ac:spMk id="13" creationId="{9FEDD76A-A056-2F28-90A0-450AC5101439}"/>
          </ac:spMkLst>
        </pc:spChg>
        <pc:spChg chg="add mod">
          <ac:chgData name="Sameer Kumar" userId="24768edcdf85ca24" providerId="LiveId" clId="{19FD9F77-8FBF-4E55-A139-16B9E330BA2E}" dt="2026-09-07T19:10:18.596" v="8551" actId="14100"/>
          <ac:spMkLst>
            <pc:docMk/>
            <pc:sldMk cId="0" sldId="281"/>
            <ac:spMk id="14" creationId="{7CE5F423-A4B7-715B-FE03-1614BC863899}"/>
          </ac:spMkLst>
        </pc:spChg>
        <pc:spChg chg="add mod">
          <ac:chgData name="Sameer Kumar" userId="24768edcdf85ca24" providerId="LiveId" clId="{19FD9F77-8FBF-4E55-A139-16B9E330BA2E}" dt="2026-09-07T19:07:21.313" v="8534" actId="1076"/>
          <ac:spMkLst>
            <pc:docMk/>
            <pc:sldMk cId="0" sldId="281"/>
            <ac:spMk id="15" creationId="{AD9BC342-7C15-3DC9-BB04-D817D9949DFD}"/>
          </ac:spMkLst>
        </pc:spChg>
        <pc:spChg chg="add mod">
          <ac:chgData name="Sameer Kumar" userId="24768edcdf85ca24" providerId="LiveId" clId="{19FD9F77-8FBF-4E55-A139-16B9E330BA2E}" dt="2026-09-07T19:00:38.551" v="8498" actId="14100"/>
          <ac:spMkLst>
            <pc:docMk/>
            <pc:sldMk cId="0" sldId="281"/>
            <ac:spMk id="29" creationId="{675D3136-FA51-E1C2-16FB-9E6C83C89EB5}"/>
          </ac:spMkLst>
        </pc:spChg>
        <pc:spChg chg="add mod">
          <ac:chgData name="Sameer Kumar" userId="24768edcdf85ca24" providerId="LiveId" clId="{19FD9F77-8FBF-4E55-A139-16B9E330BA2E}" dt="2026-09-07T19:22:23.042" v="8784" actId="20577"/>
          <ac:spMkLst>
            <pc:docMk/>
            <pc:sldMk cId="0" sldId="281"/>
            <ac:spMk id="30" creationId="{A164126F-CC57-C7BA-1995-8B7C7F88284E}"/>
          </ac:spMkLst>
        </pc:spChg>
        <pc:spChg chg="add mod">
          <ac:chgData name="Sameer Kumar" userId="24768edcdf85ca24" providerId="LiveId" clId="{19FD9F77-8FBF-4E55-A139-16B9E330BA2E}" dt="2026-09-09T07:37:57.818" v="11039" actId="20577"/>
          <ac:spMkLst>
            <pc:docMk/>
            <pc:sldMk cId="0" sldId="281"/>
            <ac:spMk id="31" creationId="{6F0A9D40-F0DA-5507-BF68-AB6FE0A789E6}"/>
          </ac:spMkLst>
        </pc:spChg>
        <pc:spChg chg="add mod">
          <ac:chgData name="Sameer Kumar" userId="24768edcdf85ca24" providerId="LiveId" clId="{19FD9F77-8FBF-4E55-A139-16B9E330BA2E}" dt="2026-09-07T19:10:29.668" v="8552" actId="14100"/>
          <ac:spMkLst>
            <pc:docMk/>
            <pc:sldMk cId="0" sldId="281"/>
            <ac:spMk id="32" creationId="{58717FD7-6A82-CE8A-7A85-A46464EFCE90}"/>
          </ac:spMkLst>
        </pc:spChg>
        <pc:spChg chg="add mod">
          <ac:chgData name="Sameer Kumar" userId="24768edcdf85ca24" providerId="LiveId" clId="{19FD9F77-8FBF-4E55-A139-16B9E330BA2E}" dt="2026-09-07T19:15:53.626" v="8717" actId="1076"/>
          <ac:spMkLst>
            <pc:docMk/>
            <pc:sldMk cId="0" sldId="281"/>
            <ac:spMk id="34" creationId="{D3E0D66D-2013-DFCB-34EA-D9C56F7BF13E}"/>
          </ac:spMkLst>
        </pc:spChg>
        <pc:spChg chg="add mod">
          <ac:chgData name="Sameer Kumar" userId="24768edcdf85ca24" providerId="LiveId" clId="{19FD9F77-8FBF-4E55-A139-16B9E330BA2E}" dt="2026-09-07T19:15:28.642" v="8715" actId="113"/>
          <ac:spMkLst>
            <pc:docMk/>
            <pc:sldMk cId="0" sldId="281"/>
            <ac:spMk id="42" creationId="{CE722B38-A3DE-BECC-4BF3-F5BEEF162C81}"/>
          </ac:spMkLst>
        </pc:spChg>
        <pc:spChg chg="add mod">
          <ac:chgData name="Sameer Kumar" userId="24768edcdf85ca24" providerId="LiveId" clId="{19FD9F77-8FBF-4E55-A139-16B9E330BA2E}" dt="2026-09-07T19:16:43.794" v="8734" actId="1076"/>
          <ac:spMkLst>
            <pc:docMk/>
            <pc:sldMk cId="0" sldId="281"/>
            <ac:spMk id="43" creationId="{638AEE2C-ABDC-829A-6849-63BAD4769EF2}"/>
          </ac:spMkLst>
        </pc:spChg>
        <pc:picChg chg="add mod">
          <ac:chgData name="Sameer Kumar" userId="24768edcdf85ca24" providerId="LiveId" clId="{19FD9F77-8FBF-4E55-A139-16B9E330BA2E}" dt="2026-09-09T07:38:17.854" v="11042" actId="1076"/>
          <ac:picMkLst>
            <pc:docMk/>
            <pc:sldMk cId="0" sldId="281"/>
            <ac:picMk id="3" creationId="{6F8B780B-6DB6-01D1-C221-7B8DAAC949B6}"/>
          </ac:picMkLst>
        </pc:picChg>
        <pc:picChg chg="add mod">
          <ac:chgData name="Sameer Kumar" userId="24768edcdf85ca24" providerId="LiveId" clId="{19FD9F77-8FBF-4E55-A139-16B9E330BA2E}" dt="2026-09-08T10:19:17.221" v="9509" actId="1076"/>
          <ac:picMkLst>
            <pc:docMk/>
            <pc:sldMk cId="0" sldId="281"/>
            <ac:picMk id="9" creationId="{FB39EFF3-D74F-0F5C-F81F-B48E2AF4D07C}"/>
          </ac:picMkLst>
        </pc:picChg>
        <pc:picChg chg="mod">
          <ac:chgData name="Sameer Kumar" userId="24768edcdf85ca24" providerId="LiveId" clId="{19FD9F77-8FBF-4E55-A139-16B9E330BA2E}" dt="2026-09-07T19:07:38.540" v="8537" actId="14100"/>
          <ac:picMkLst>
            <pc:docMk/>
            <pc:sldMk cId="0" sldId="281"/>
            <ac:picMk id="11" creationId="{00000000-0000-0000-0000-000000000000}"/>
          </ac:picMkLst>
        </pc:picChg>
        <pc:picChg chg="add mod">
          <ac:chgData name="Sameer Kumar" userId="24768edcdf85ca24" providerId="LiveId" clId="{19FD9F77-8FBF-4E55-A139-16B9E330BA2E}" dt="2026-09-07T19:06:29.896" v="8531" actId="1076"/>
          <ac:picMkLst>
            <pc:docMk/>
            <pc:sldMk cId="0" sldId="281"/>
            <ac:picMk id="21" creationId="{BBAE690B-1880-5CA3-3137-8F8C6E7ECC6E}"/>
          </ac:picMkLst>
        </pc:picChg>
        <pc:picChg chg="add mod">
          <ac:chgData name="Sameer Kumar" userId="24768edcdf85ca24" providerId="LiveId" clId="{19FD9F77-8FBF-4E55-A139-16B9E330BA2E}" dt="2026-09-07T19:16:01.670" v="8718" actId="1076"/>
          <ac:picMkLst>
            <pc:docMk/>
            <pc:sldMk cId="0" sldId="281"/>
            <ac:picMk id="23" creationId="{61AE09EA-9DF6-918A-0629-D9B85A15C968}"/>
          </ac:picMkLst>
        </pc:picChg>
        <pc:picChg chg="add mod">
          <ac:chgData name="Sameer Kumar" userId="24768edcdf85ca24" providerId="LiveId" clId="{19FD9F77-8FBF-4E55-A139-16B9E330BA2E}" dt="2026-09-07T19:23:27.397" v="8795" actId="1076"/>
          <ac:picMkLst>
            <pc:docMk/>
            <pc:sldMk cId="0" sldId="281"/>
            <ac:picMk id="45" creationId="{BDCD6D11-FFA4-3EB4-AF4F-B0B712140A1F}"/>
          </ac:picMkLst>
        </pc:picChg>
        <pc:picChg chg="add mod">
          <ac:chgData name="Sameer Kumar" userId="24768edcdf85ca24" providerId="LiveId" clId="{19FD9F77-8FBF-4E55-A139-16B9E330BA2E}" dt="2026-09-07T19:19:23.263" v="8767" actId="1076"/>
          <ac:picMkLst>
            <pc:docMk/>
            <pc:sldMk cId="0" sldId="281"/>
            <ac:picMk id="47" creationId="{E7944CA2-8EF7-29F6-6569-86EDD14F4456}"/>
          </ac:picMkLst>
        </pc:picChg>
        <pc:picChg chg="add mod">
          <ac:chgData name="Sameer Kumar" userId="24768edcdf85ca24" providerId="LiveId" clId="{19FD9F77-8FBF-4E55-A139-16B9E330BA2E}" dt="2026-09-07T19:23:15.612" v="8793" actId="1076"/>
          <ac:picMkLst>
            <pc:docMk/>
            <pc:sldMk cId="0" sldId="281"/>
            <ac:picMk id="50" creationId="{612AA134-D41D-45B5-F217-BAE84DBD2DA6}"/>
          </ac:picMkLst>
        </pc:picChg>
        <pc:picChg chg="add mod">
          <ac:chgData name="Sameer Kumar" userId="24768edcdf85ca24" providerId="LiveId" clId="{19FD9F77-8FBF-4E55-A139-16B9E330BA2E}" dt="2026-09-07T19:21:52.524" v="8783" actId="1076"/>
          <ac:picMkLst>
            <pc:docMk/>
            <pc:sldMk cId="0" sldId="281"/>
            <ac:picMk id="52" creationId="{AF98E812-2220-3EBE-2A20-2A58AA2F8F15}"/>
          </ac:picMkLst>
        </pc:picChg>
        <pc:picChg chg="add mod">
          <ac:chgData name="Sameer Kumar" userId="24768edcdf85ca24" providerId="LiveId" clId="{19FD9F77-8FBF-4E55-A139-16B9E330BA2E}" dt="2026-09-07T19:22:53.700" v="8789" actId="1076"/>
          <ac:picMkLst>
            <pc:docMk/>
            <pc:sldMk cId="0" sldId="281"/>
            <ac:picMk id="54" creationId="{3461A5D5-018A-4CBA-E683-EAD55593E283}"/>
          </ac:picMkLst>
        </pc:picChg>
        <pc:picChg chg="add mod">
          <ac:chgData name="Sameer Kumar" userId="24768edcdf85ca24" providerId="LiveId" clId="{19FD9F77-8FBF-4E55-A139-16B9E330BA2E}" dt="2026-09-07T19:24:13.530" v="8799" actId="1076"/>
          <ac:picMkLst>
            <pc:docMk/>
            <pc:sldMk cId="0" sldId="281"/>
            <ac:picMk id="56" creationId="{55EED8EB-8936-156E-4E01-7A9ED76918BF}"/>
          </ac:picMkLst>
        </pc:picChg>
        <pc:picChg chg="add mod">
          <ac:chgData name="Sameer Kumar" userId="24768edcdf85ca24" providerId="LiveId" clId="{19FD9F77-8FBF-4E55-A139-16B9E330BA2E}" dt="2026-09-09T07:35:23.685" v="10967" actId="1076"/>
          <ac:picMkLst>
            <pc:docMk/>
            <pc:sldMk cId="0" sldId="281"/>
            <ac:picMk id="58" creationId="{FD42F155-E232-9092-3842-5C8DA5A38971}"/>
          </ac:picMkLst>
        </pc:picChg>
        <pc:picChg chg="add mod">
          <ac:chgData name="Sameer Kumar" userId="24768edcdf85ca24" providerId="LiveId" clId="{19FD9F77-8FBF-4E55-A139-16B9E330BA2E}" dt="2026-09-09T07:32:13.221" v="10760" actId="1076"/>
          <ac:picMkLst>
            <pc:docMk/>
            <pc:sldMk cId="0" sldId="281"/>
            <ac:picMk id="60" creationId="{760580B2-AEA4-0D26-B15B-F7A631E8EEC8}"/>
          </ac:picMkLst>
        </pc:picChg>
        <pc:picChg chg="add mod">
          <ac:chgData name="Sameer Kumar" userId="24768edcdf85ca24" providerId="LiveId" clId="{19FD9F77-8FBF-4E55-A139-16B9E330BA2E}" dt="2026-09-07T19:26:27.442" v="8832" actId="1076"/>
          <ac:picMkLst>
            <pc:docMk/>
            <pc:sldMk cId="0" sldId="281"/>
            <ac:picMk id="62" creationId="{A0672233-EB84-1F6B-979C-184DFD6ECD70}"/>
          </ac:picMkLst>
        </pc:picChg>
        <pc:picChg chg="add mod">
          <ac:chgData name="Sameer Kumar" userId="24768edcdf85ca24" providerId="LiveId" clId="{19FD9F77-8FBF-4E55-A139-16B9E330BA2E}" dt="2026-09-07T19:26:38.766" v="8833" actId="1076"/>
          <ac:picMkLst>
            <pc:docMk/>
            <pc:sldMk cId="0" sldId="281"/>
            <ac:picMk id="15360" creationId="{81CA0E3E-1E81-6341-8008-75C6EF898B9B}"/>
          </ac:picMkLst>
        </pc:picChg>
        <pc:picChg chg="add mod">
          <ac:chgData name="Sameer Kumar" userId="24768edcdf85ca24" providerId="LiveId" clId="{19FD9F77-8FBF-4E55-A139-16B9E330BA2E}" dt="2026-09-07T19:25:36.367" v="8819" actId="1076"/>
          <ac:picMkLst>
            <pc:docMk/>
            <pc:sldMk cId="0" sldId="281"/>
            <ac:picMk id="15363" creationId="{E154D356-E805-56A6-C623-01D9C4ADB77F}"/>
          </ac:picMkLst>
        </pc:picChg>
        <pc:picChg chg="add mod">
          <ac:chgData name="Sameer Kumar" userId="24768edcdf85ca24" providerId="LiveId" clId="{19FD9F77-8FBF-4E55-A139-16B9E330BA2E}" dt="2026-09-09T07:31:52.001" v="10758" actId="1076"/>
          <ac:picMkLst>
            <pc:docMk/>
            <pc:sldMk cId="0" sldId="281"/>
            <ac:picMk id="15365" creationId="{EB6646D6-4937-A0F6-0492-43DB197582E4}"/>
          </ac:picMkLst>
        </pc:picChg>
        <pc:cxnChg chg="add">
          <ac:chgData name="Sameer Kumar" userId="24768edcdf85ca24" providerId="LiveId" clId="{19FD9F77-8FBF-4E55-A139-16B9E330BA2E}" dt="2026-09-07T19:12:21.771" v="8601" actId="11529"/>
          <ac:cxnSpMkLst>
            <pc:docMk/>
            <pc:sldMk cId="0" sldId="281"/>
            <ac:cxnSpMk id="37" creationId="{538388CA-A689-4227-28BA-609B9B056760}"/>
          </ac:cxnSpMkLst>
        </pc:cxnChg>
      </pc:sldChg>
      <pc:sldChg chg="addSp delSp modSp mod">
        <pc:chgData name="Sameer Kumar" userId="24768edcdf85ca24" providerId="LiveId" clId="{19FD9F77-8FBF-4E55-A139-16B9E330BA2E}" dt="2026-09-10T03:30:53.858" v="12853" actId="1076"/>
        <pc:sldMkLst>
          <pc:docMk/>
          <pc:sldMk cId="0" sldId="290"/>
        </pc:sldMkLst>
        <pc:spChg chg="add del mod">
          <ac:chgData name="Sameer Kumar" userId="24768edcdf85ca24" providerId="LiveId" clId="{19FD9F77-8FBF-4E55-A139-16B9E330BA2E}" dt="2026-09-01T15:18:45.043" v="819" actId="47"/>
          <ac:spMkLst>
            <pc:docMk/>
            <pc:sldMk cId="0" sldId="290"/>
            <ac:spMk id="2" creationId="{07D58361-303A-C05B-767F-22825F8C8C4F}"/>
          </ac:spMkLst>
        </pc:spChg>
        <pc:spChg chg="mod">
          <ac:chgData name="Sameer Kumar" userId="24768edcdf85ca24" providerId="LiveId" clId="{19FD9F77-8FBF-4E55-A139-16B9E330BA2E}" dt="2026-09-01T15:51:02.529" v="902" actId="14100"/>
          <ac:spMkLst>
            <pc:docMk/>
            <pc:sldMk cId="0" sldId="290"/>
            <ac:spMk id="11" creationId="{5DBCE864-823D-4A13-9607-5DA1F0ED5FB8}"/>
          </ac:spMkLst>
        </pc:spChg>
        <pc:spChg chg="add mod">
          <ac:chgData name="Sameer Kumar" userId="24768edcdf85ca24" providerId="LiveId" clId="{19FD9F77-8FBF-4E55-A139-16B9E330BA2E}" dt="2026-09-09T05:17:26.274" v="10275" actId="14100"/>
          <ac:spMkLst>
            <pc:docMk/>
            <pc:sldMk cId="0" sldId="290"/>
            <ac:spMk id="25" creationId="{58E39CD9-E27C-E4EA-4D98-F586C38DE159}"/>
          </ac:spMkLst>
        </pc:spChg>
        <pc:spChg chg="add mod">
          <ac:chgData name="Sameer Kumar" userId="24768edcdf85ca24" providerId="LiveId" clId="{19FD9F77-8FBF-4E55-A139-16B9E330BA2E}" dt="2026-09-04T13:44:29.568" v="4324" actId="1076"/>
          <ac:spMkLst>
            <pc:docMk/>
            <pc:sldMk cId="0" sldId="290"/>
            <ac:spMk id="35" creationId="{1FFA7341-5ED4-6F4F-5A33-033449A765B1}"/>
          </ac:spMkLst>
        </pc:spChg>
        <pc:spChg chg="add mod">
          <ac:chgData name="Sameer Kumar" userId="24768edcdf85ca24" providerId="LiveId" clId="{19FD9F77-8FBF-4E55-A139-16B9E330BA2E}" dt="2026-09-03T14:46:59.480" v="2617" actId="14100"/>
          <ac:spMkLst>
            <pc:docMk/>
            <pc:sldMk cId="0" sldId="290"/>
            <ac:spMk id="38" creationId="{21FD7313-D37B-E7E8-9A9B-69A56ADB9A10}"/>
          </ac:spMkLst>
        </pc:spChg>
        <pc:spChg chg="add mod">
          <ac:chgData name="Sameer Kumar" userId="24768edcdf85ca24" providerId="LiveId" clId="{19FD9F77-8FBF-4E55-A139-16B9E330BA2E}" dt="2026-09-07T05:24:10.759" v="8383" actId="14100"/>
          <ac:spMkLst>
            <pc:docMk/>
            <pc:sldMk cId="0" sldId="290"/>
            <ac:spMk id="40" creationId="{CA6012F4-686E-8DEF-BAC7-8DE646EA2A1F}"/>
          </ac:spMkLst>
        </pc:spChg>
        <pc:spChg chg="add mod">
          <ac:chgData name="Sameer Kumar" userId="24768edcdf85ca24" providerId="LiveId" clId="{19FD9F77-8FBF-4E55-A139-16B9E330BA2E}" dt="2026-09-07T05:24:17.909" v="8384" actId="14100"/>
          <ac:spMkLst>
            <pc:docMk/>
            <pc:sldMk cId="0" sldId="290"/>
            <ac:spMk id="42" creationId="{75983589-67D7-911F-F8B2-01011AA005B0}"/>
          </ac:spMkLst>
        </pc:spChg>
        <pc:spChg chg="add mod">
          <ac:chgData name="Sameer Kumar" userId="24768edcdf85ca24" providerId="LiveId" clId="{19FD9F77-8FBF-4E55-A139-16B9E330BA2E}" dt="2026-09-03T14:45:31.936" v="2601" actId="20577"/>
          <ac:spMkLst>
            <pc:docMk/>
            <pc:sldMk cId="0" sldId="290"/>
            <ac:spMk id="46" creationId="{2DC2F761-0512-C9D6-9696-2B842640F024}"/>
          </ac:spMkLst>
        </pc:spChg>
        <pc:spChg chg="add mod">
          <ac:chgData name="Sameer Kumar" userId="24768edcdf85ca24" providerId="LiveId" clId="{19FD9F77-8FBF-4E55-A139-16B9E330BA2E}" dt="2026-09-03T14:46:11.660" v="2606" actId="14100"/>
          <ac:spMkLst>
            <pc:docMk/>
            <pc:sldMk cId="0" sldId="290"/>
            <ac:spMk id="49" creationId="{1356BAC2-A1CE-01CA-636D-A4749DFF4F90}"/>
          </ac:spMkLst>
        </pc:spChg>
        <pc:spChg chg="add mod">
          <ac:chgData name="Sameer Kumar" userId="24768edcdf85ca24" providerId="LiveId" clId="{19FD9F77-8FBF-4E55-A139-16B9E330BA2E}" dt="2026-09-04T11:11:09.266" v="3910" actId="1076"/>
          <ac:spMkLst>
            <pc:docMk/>
            <pc:sldMk cId="0" sldId="290"/>
            <ac:spMk id="58" creationId="{136B8AAF-75B4-F42C-9DE6-2A8BA3A96F95}"/>
          </ac:spMkLst>
        </pc:spChg>
        <pc:spChg chg="add mod">
          <ac:chgData name="Sameer Kumar" userId="24768edcdf85ca24" providerId="LiveId" clId="{19FD9F77-8FBF-4E55-A139-16B9E330BA2E}" dt="2026-09-10T03:30:53.156" v="12852" actId="20577"/>
          <ac:spMkLst>
            <pc:docMk/>
            <pc:sldMk cId="0" sldId="290"/>
            <ac:spMk id="77" creationId="{3668366E-86AD-4534-92F1-6701A35737C2}"/>
          </ac:spMkLst>
        </pc:spChg>
        <pc:spChg chg="add del mod">
          <ac:chgData name="Sameer Kumar" userId="24768edcdf85ca24" providerId="LiveId" clId="{19FD9F77-8FBF-4E55-A139-16B9E330BA2E}" dt="2026-09-04T13:58:55.971" v="4403" actId="47"/>
          <ac:spMkLst>
            <pc:docMk/>
            <pc:sldMk cId="0" sldId="290"/>
            <ac:spMk id="108" creationId="{C6E98B43-12B5-5D25-3D16-56BCEDB8B7BB}"/>
          </ac:spMkLst>
        </pc:spChg>
        <pc:spChg chg="add mod">
          <ac:chgData name="Sameer Kumar" userId="24768edcdf85ca24" providerId="LiveId" clId="{19FD9F77-8FBF-4E55-A139-16B9E330BA2E}" dt="2026-09-04T14:00:23.766" v="4420" actId="14100"/>
          <ac:spMkLst>
            <pc:docMk/>
            <pc:sldMk cId="0" sldId="290"/>
            <ac:spMk id="113" creationId="{4763EAAF-F15C-F502-076D-24391273946E}"/>
          </ac:spMkLst>
        </pc:spChg>
        <pc:spChg chg="add mod">
          <ac:chgData name="Sameer Kumar" userId="24768edcdf85ca24" providerId="LiveId" clId="{19FD9F77-8FBF-4E55-A139-16B9E330BA2E}" dt="2026-09-08T03:04:45.295" v="8902" actId="14100"/>
          <ac:spMkLst>
            <pc:docMk/>
            <pc:sldMk cId="0" sldId="290"/>
            <ac:spMk id="123" creationId="{A42537E9-4731-1495-6F3F-F452573F65F2}"/>
          </ac:spMkLst>
        </pc:spChg>
        <pc:spChg chg="add mod">
          <ac:chgData name="Sameer Kumar" userId="24768edcdf85ca24" providerId="LiveId" clId="{19FD9F77-8FBF-4E55-A139-16B9E330BA2E}" dt="2026-09-03T15:32:50.770" v="2862" actId="14100"/>
          <ac:spMkLst>
            <pc:docMk/>
            <pc:sldMk cId="0" sldId="290"/>
            <ac:spMk id="147" creationId="{6A2C88C2-18C6-9DED-FD70-1C7F6628FD08}"/>
          </ac:spMkLst>
        </pc:spChg>
        <pc:spChg chg="add mod">
          <ac:chgData name="Sameer Kumar" userId="24768edcdf85ca24" providerId="LiveId" clId="{19FD9F77-8FBF-4E55-A139-16B9E330BA2E}" dt="2026-09-04T06:01:51.967" v="2910" actId="14100"/>
          <ac:spMkLst>
            <pc:docMk/>
            <pc:sldMk cId="0" sldId="290"/>
            <ac:spMk id="150" creationId="{3D10C326-B7E0-810D-948F-A624166A16BD}"/>
          </ac:spMkLst>
        </pc:spChg>
        <pc:spChg chg="add mod">
          <ac:chgData name="Sameer Kumar" userId="24768edcdf85ca24" providerId="LiveId" clId="{19FD9F77-8FBF-4E55-A139-16B9E330BA2E}" dt="2026-09-04T06:18:59.038" v="2975" actId="14100"/>
          <ac:spMkLst>
            <pc:docMk/>
            <pc:sldMk cId="0" sldId="290"/>
            <ac:spMk id="155" creationId="{2EF2A78E-EAFE-1F83-3E30-5E947FFF44DE}"/>
          </ac:spMkLst>
        </pc:spChg>
        <pc:spChg chg="add mod">
          <ac:chgData name="Sameer Kumar" userId="24768edcdf85ca24" providerId="LiveId" clId="{19FD9F77-8FBF-4E55-A139-16B9E330BA2E}" dt="2026-09-04T08:03:04.155" v="3117" actId="14100"/>
          <ac:spMkLst>
            <pc:docMk/>
            <pc:sldMk cId="0" sldId="290"/>
            <ac:spMk id="181" creationId="{92FF8AB5-C307-7BD1-6E5F-E6EACBA20467}"/>
          </ac:spMkLst>
        </pc:spChg>
        <pc:spChg chg="add mod">
          <ac:chgData name="Sameer Kumar" userId="24768edcdf85ca24" providerId="LiveId" clId="{19FD9F77-8FBF-4E55-A139-16B9E330BA2E}" dt="2026-09-04T08:14:10.232" v="3268" actId="14100"/>
          <ac:spMkLst>
            <pc:docMk/>
            <pc:sldMk cId="0" sldId="290"/>
            <ac:spMk id="185" creationId="{AC258128-8776-44B3-78C8-B84A283176FD}"/>
          </ac:spMkLst>
        </pc:spChg>
        <pc:spChg chg="add mod">
          <ac:chgData name="Sameer Kumar" userId="24768edcdf85ca24" providerId="LiveId" clId="{19FD9F77-8FBF-4E55-A139-16B9E330BA2E}" dt="2026-09-04T08:14:17.626" v="3270" actId="14100"/>
          <ac:spMkLst>
            <pc:docMk/>
            <pc:sldMk cId="0" sldId="290"/>
            <ac:spMk id="186" creationId="{75DA58F4-6B21-2EAC-2EA1-ECEC0560BB65}"/>
          </ac:spMkLst>
        </pc:spChg>
        <pc:spChg chg="add mod">
          <ac:chgData name="Sameer Kumar" userId="24768edcdf85ca24" providerId="LiveId" clId="{19FD9F77-8FBF-4E55-A139-16B9E330BA2E}" dt="2026-09-04T08:16:29.666" v="3297" actId="207"/>
          <ac:spMkLst>
            <pc:docMk/>
            <pc:sldMk cId="0" sldId="290"/>
            <ac:spMk id="187" creationId="{7EA2659B-1B46-6377-DCD6-CB543DA703FB}"/>
          </ac:spMkLst>
        </pc:spChg>
        <pc:spChg chg="add mod">
          <ac:chgData name="Sameer Kumar" userId="24768edcdf85ca24" providerId="LiveId" clId="{19FD9F77-8FBF-4E55-A139-16B9E330BA2E}" dt="2026-09-04T08:17:21.240" v="3299" actId="207"/>
          <ac:spMkLst>
            <pc:docMk/>
            <pc:sldMk cId="0" sldId="290"/>
            <ac:spMk id="188" creationId="{E6905C7E-9438-683F-AF57-BB968BEB3A2F}"/>
          </ac:spMkLst>
        </pc:spChg>
        <pc:spChg chg="add mod">
          <ac:chgData name="Sameer Kumar" userId="24768edcdf85ca24" providerId="LiveId" clId="{19FD9F77-8FBF-4E55-A139-16B9E330BA2E}" dt="2026-09-04T08:18:13.836" v="3315" actId="14100"/>
          <ac:spMkLst>
            <pc:docMk/>
            <pc:sldMk cId="0" sldId="290"/>
            <ac:spMk id="189" creationId="{A426A9C4-EC02-E0C5-4F56-A334880F18D1}"/>
          </ac:spMkLst>
        </pc:spChg>
        <pc:spChg chg="add mod">
          <ac:chgData name="Sameer Kumar" userId="24768edcdf85ca24" providerId="LiveId" clId="{19FD9F77-8FBF-4E55-A139-16B9E330BA2E}" dt="2026-09-04T08:22:03.197" v="3418" actId="14100"/>
          <ac:spMkLst>
            <pc:docMk/>
            <pc:sldMk cId="0" sldId="290"/>
            <ac:spMk id="190" creationId="{7A83E6EB-91AF-EAE6-BE2C-87F5DF16D8BA}"/>
          </ac:spMkLst>
        </pc:spChg>
        <pc:spChg chg="add mod">
          <ac:chgData name="Sameer Kumar" userId="24768edcdf85ca24" providerId="LiveId" clId="{19FD9F77-8FBF-4E55-A139-16B9E330BA2E}" dt="2026-09-04T12:51:21.147" v="3960" actId="14100"/>
          <ac:spMkLst>
            <pc:docMk/>
            <pc:sldMk cId="0" sldId="290"/>
            <ac:spMk id="191" creationId="{D92C2474-7F62-80AE-8CAF-260B4E347560}"/>
          </ac:spMkLst>
        </pc:spChg>
        <pc:spChg chg="add mod">
          <ac:chgData name="Sameer Kumar" userId="24768edcdf85ca24" providerId="LiveId" clId="{19FD9F77-8FBF-4E55-A139-16B9E330BA2E}" dt="2026-09-04T08:39:13.542" v="3685" actId="14100"/>
          <ac:spMkLst>
            <pc:docMk/>
            <pc:sldMk cId="0" sldId="290"/>
            <ac:spMk id="195" creationId="{092FE5BE-BCA9-B2EE-21E3-018219865C56}"/>
          </ac:spMkLst>
        </pc:spChg>
        <pc:spChg chg="add mod">
          <ac:chgData name="Sameer Kumar" userId="24768edcdf85ca24" providerId="LiveId" clId="{19FD9F77-8FBF-4E55-A139-16B9E330BA2E}" dt="2026-09-04T08:36:29.781" v="3682" actId="14100"/>
          <ac:spMkLst>
            <pc:docMk/>
            <pc:sldMk cId="0" sldId="290"/>
            <ac:spMk id="196" creationId="{BE730579-C43B-CB44-8F8D-9E8772F4D10D}"/>
          </ac:spMkLst>
        </pc:spChg>
        <pc:spChg chg="add mod">
          <ac:chgData name="Sameer Kumar" userId="24768edcdf85ca24" providerId="LiveId" clId="{19FD9F77-8FBF-4E55-A139-16B9E330BA2E}" dt="2026-09-08T05:28:48.079" v="9447" actId="14100"/>
          <ac:spMkLst>
            <pc:docMk/>
            <pc:sldMk cId="0" sldId="290"/>
            <ac:spMk id="204" creationId="{04878E15-F267-757F-007F-9835259ED869}"/>
          </ac:spMkLst>
        </pc:spChg>
        <pc:picChg chg="add del mod">
          <ac:chgData name="Sameer Kumar" userId="24768edcdf85ca24" providerId="LiveId" clId="{19FD9F77-8FBF-4E55-A139-16B9E330BA2E}" dt="2026-09-09T05:14:28.027" v="10259" actId="21"/>
          <ac:picMkLst>
            <pc:docMk/>
            <pc:sldMk cId="0" sldId="290"/>
            <ac:picMk id="3" creationId="{08F3C239-DF4B-FF61-1B54-2920342198CE}"/>
          </ac:picMkLst>
        </pc:picChg>
        <pc:picChg chg="add mod">
          <ac:chgData name="Sameer Kumar" userId="24768edcdf85ca24" providerId="LiveId" clId="{19FD9F77-8FBF-4E55-A139-16B9E330BA2E}" dt="2026-09-08T10:22:29.789" v="9549" actId="1076"/>
          <ac:picMkLst>
            <pc:docMk/>
            <pc:sldMk cId="0" sldId="290"/>
            <ac:picMk id="4" creationId="{F431EFB6-1693-74CE-DC52-B478CC8BAFC2}"/>
          </ac:picMkLst>
        </pc:picChg>
        <pc:picChg chg="add mod">
          <ac:chgData name="Sameer Kumar" userId="24768edcdf85ca24" providerId="LiveId" clId="{19FD9F77-8FBF-4E55-A139-16B9E330BA2E}" dt="2026-09-08T10:22:22.233" v="9547" actId="1076"/>
          <ac:picMkLst>
            <pc:docMk/>
            <pc:sldMk cId="0" sldId="290"/>
            <ac:picMk id="8" creationId="{0CFA23A6-DEEF-98D1-BF7D-BEDC05EE2FA0}"/>
          </ac:picMkLst>
        </pc:picChg>
        <pc:picChg chg="add mod">
          <ac:chgData name="Sameer Kumar" userId="24768edcdf85ca24" providerId="LiveId" clId="{19FD9F77-8FBF-4E55-A139-16B9E330BA2E}" dt="2026-09-09T05:16:32.361" v="10270" actId="1076"/>
          <ac:picMkLst>
            <pc:docMk/>
            <pc:sldMk cId="0" sldId="290"/>
            <ac:picMk id="9" creationId="{9DFA8FD9-9FAA-1C4B-B606-F36E8E867FF7}"/>
          </ac:picMkLst>
        </pc:picChg>
        <pc:picChg chg="add mod">
          <ac:chgData name="Sameer Kumar" userId="24768edcdf85ca24" providerId="LiveId" clId="{19FD9F77-8FBF-4E55-A139-16B9E330BA2E}" dt="2026-09-08T05:04:08.574" v="9340" actId="1076"/>
          <ac:picMkLst>
            <pc:docMk/>
            <pc:sldMk cId="0" sldId="290"/>
            <ac:picMk id="16" creationId="{AD456FB8-6BB6-8867-42AB-5246FF5E1B64}"/>
          </ac:picMkLst>
        </pc:picChg>
        <pc:picChg chg="add mod">
          <ac:chgData name="Sameer Kumar" userId="24768edcdf85ca24" providerId="LiveId" clId="{19FD9F77-8FBF-4E55-A139-16B9E330BA2E}" dt="2026-09-08T10:22:26.683" v="9548" actId="14100"/>
          <ac:picMkLst>
            <pc:docMk/>
            <pc:sldMk cId="0" sldId="290"/>
            <ac:picMk id="18" creationId="{5106E8EE-5FD8-08BB-D64F-E6270E6A4B7A}"/>
          </ac:picMkLst>
        </pc:picChg>
        <pc:picChg chg="add mod">
          <ac:chgData name="Sameer Kumar" userId="24768edcdf85ca24" providerId="LiveId" clId="{19FD9F77-8FBF-4E55-A139-16B9E330BA2E}" dt="2026-09-08T10:20:39.039" v="9523" actId="14100"/>
          <ac:picMkLst>
            <pc:docMk/>
            <pc:sldMk cId="0" sldId="290"/>
            <ac:picMk id="22" creationId="{5AC68CE1-D215-C905-72C8-3AC95430A882}"/>
          </ac:picMkLst>
        </pc:picChg>
        <pc:picChg chg="add mod">
          <ac:chgData name="Sameer Kumar" userId="24768edcdf85ca24" providerId="LiveId" clId="{19FD9F77-8FBF-4E55-A139-16B9E330BA2E}" dt="2026-09-10T03:30:20.781" v="12840" actId="1076"/>
          <ac:picMkLst>
            <pc:docMk/>
            <pc:sldMk cId="0" sldId="290"/>
            <ac:picMk id="24" creationId="{5796F26C-7F5D-39F7-3BA3-D7EC4C122B7A}"/>
          </ac:picMkLst>
        </pc:picChg>
        <pc:picChg chg="add del mod">
          <ac:chgData name="Sameer Kumar" userId="24768edcdf85ca24" providerId="LiveId" clId="{19FD9F77-8FBF-4E55-A139-16B9E330BA2E}" dt="2026-09-09T05:12:50.880" v="10249" actId="21"/>
          <ac:picMkLst>
            <pc:docMk/>
            <pc:sldMk cId="0" sldId="290"/>
            <ac:picMk id="29" creationId="{70E954F5-061F-32B9-58C7-BCB6E63A24D6}"/>
          </ac:picMkLst>
        </pc:picChg>
        <pc:picChg chg="add mod">
          <ac:chgData name="Sameer Kumar" userId="24768edcdf85ca24" providerId="LiveId" clId="{19FD9F77-8FBF-4E55-A139-16B9E330BA2E}" dt="2026-09-08T05:26:43.119" v="9427" actId="1076"/>
          <ac:picMkLst>
            <pc:docMk/>
            <pc:sldMk cId="0" sldId="290"/>
            <ac:picMk id="30" creationId="{76A8D7C6-6AE9-B439-BC0D-909EDA6A5A9F}"/>
          </ac:picMkLst>
        </pc:picChg>
        <pc:picChg chg="add del mod">
          <ac:chgData name="Sameer Kumar" userId="24768edcdf85ca24" providerId="LiveId" clId="{19FD9F77-8FBF-4E55-A139-16B9E330BA2E}" dt="2026-09-09T05:12:52.830" v="10250" actId="21"/>
          <ac:picMkLst>
            <pc:docMk/>
            <pc:sldMk cId="0" sldId="290"/>
            <ac:picMk id="31" creationId="{00296462-997E-DFED-79C6-16F2F2675EE3}"/>
          </ac:picMkLst>
        </pc:picChg>
        <pc:picChg chg="add del mod">
          <ac:chgData name="Sameer Kumar" userId="24768edcdf85ca24" providerId="LiveId" clId="{19FD9F77-8FBF-4E55-A139-16B9E330BA2E}" dt="2026-09-09T05:12:45.732" v="10247" actId="21"/>
          <ac:picMkLst>
            <pc:docMk/>
            <pc:sldMk cId="0" sldId="290"/>
            <ac:picMk id="37" creationId="{DD61783D-AABE-A475-C483-CB5E7BFFD1C8}"/>
          </ac:picMkLst>
        </pc:picChg>
        <pc:picChg chg="add del mod">
          <ac:chgData name="Sameer Kumar" userId="24768edcdf85ca24" providerId="LiveId" clId="{19FD9F77-8FBF-4E55-A139-16B9E330BA2E}" dt="2026-09-09T05:12:43.141" v="10246" actId="21"/>
          <ac:picMkLst>
            <pc:docMk/>
            <pc:sldMk cId="0" sldId="290"/>
            <ac:picMk id="39" creationId="{D2829FF6-8C16-A06F-F248-B2E7240A61EE}"/>
          </ac:picMkLst>
        </pc:picChg>
        <pc:picChg chg="add del mod">
          <ac:chgData name="Sameer Kumar" userId="24768edcdf85ca24" providerId="LiveId" clId="{19FD9F77-8FBF-4E55-A139-16B9E330BA2E}" dt="2026-09-09T05:12:41.062" v="10245" actId="21"/>
          <ac:picMkLst>
            <pc:docMk/>
            <pc:sldMk cId="0" sldId="290"/>
            <ac:picMk id="41" creationId="{CFB03928-5E18-7890-B309-75D49D827A21}"/>
          </ac:picMkLst>
        </pc:picChg>
        <pc:picChg chg="add mod">
          <ac:chgData name="Sameer Kumar" userId="24768edcdf85ca24" providerId="LiveId" clId="{19FD9F77-8FBF-4E55-A139-16B9E330BA2E}" dt="2026-09-08T03:04:58.669" v="8905" actId="1076"/>
          <ac:picMkLst>
            <pc:docMk/>
            <pc:sldMk cId="0" sldId="290"/>
            <ac:picMk id="44" creationId="{040BE934-75D7-06C9-BC59-E3734E9207D2}"/>
          </ac:picMkLst>
        </pc:picChg>
        <pc:picChg chg="add mod">
          <ac:chgData name="Sameer Kumar" userId="24768edcdf85ca24" providerId="LiveId" clId="{19FD9F77-8FBF-4E55-A139-16B9E330BA2E}" dt="2026-09-08T03:05:06.170" v="8906" actId="1076"/>
          <ac:picMkLst>
            <pc:docMk/>
            <pc:sldMk cId="0" sldId="290"/>
            <ac:picMk id="47" creationId="{99B20ADC-94D7-42C1-E530-D8C68E9B4539}"/>
          </ac:picMkLst>
        </pc:picChg>
        <pc:picChg chg="add mod">
          <ac:chgData name="Sameer Kumar" userId="24768edcdf85ca24" providerId="LiveId" clId="{19FD9F77-8FBF-4E55-A139-16B9E330BA2E}" dt="2026-09-08T10:39:28.703" v="9589" actId="14100"/>
          <ac:picMkLst>
            <pc:docMk/>
            <pc:sldMk cId="0" sldId="290"/>
            <ac:picMk id="50" creationId="{BA9E1A83-7A73-8949-45E8-D9C7980211F1}"/>
          </ac:picMkLst>
        </pc:picChg>
        <pc:picChg chg="add mod">
          <ac:chgData name="Sameer Kumar" userId="24768edcdf85ca24" providerId="LiveId" clId="{19FD9F77-8FBF-4E55-A139-16B9E330BA2E}" dt="2026-09-08T03:10:00.191" v="8928" actId="1076"/>
          <ac:picMkLst>
            <pc:docMk/>
            <pc:sldMk cId="0" sldId="290"/>
            <ac:picMk id="53" creationId="{881FD926-57AF-EF37-2F38-C6850EA311DC}"/>
          </ac:picMkLst>
        </pc:picChg>
        <pc:picChg chg="add mod">
          <ac:chgData name="Sameer Kumar" userId="24768edcdf85ca24" providerId="LiveId" clId="{19FD9F77-8FBF-4E55-A139-16B9E330BA2E}" dt="2026-09-08T03:10:02.529" v="8929" actId="1076"/>
          <ac:picMkLst>
            <pc:docMk/>
            <pc:sldMk cId="0" sldId="290"/>
            <ac:picMk id="56" creationId="{10AD02D3-F9A5-5A99-4466-A30994E5F99C}"/>
          </ac:picMkLst>
        </pc:picChg>
        <pc:picChg chg="add del mod">
          <ac:chgData name="Sameer Kumar" userId="24768edcdf85ca24" providerId="LiveId" clId="{19FD9F77-8FBF-4E55-A139-16B9E330BA2E}" dt="2026-09-09T05:12:48.258" v="10248" actId="21"/>
          <ac:picMkLst>
            <pc:docMk/>
            <pc:sldMk cId="0" sldId="290"/>
            <ac:picMk id="64" creationId="{2064938F-E532-0A72-02E6-02B5FAE4B1B7}"/>
          </ac:picMkLst>
        </pc:picChg>
        <pc:picChg chg="add mod">
          <ac:chgData name="Sameer Kumar" userId="24768edcdf85ca24" providerId="LiveId" clId="{19FD9F77-8FBF-4E55-A139-16B9E330BA2E}" dt="2026-09-04T13:53:22.430" v="4375" actId="1076"/>
          <ac:picMkLst>
            <pc:docMk/>
            <pc:sldMk cId="0" sldId="290"/>
            <ac:picMk id="66" creationId="{F4C7D918-99B1-F633-1312-7E5E13E29F01}"/>
          </ac:picMkLst>
        </pc:picChg>
        <pc:picChg chg="add mod">
          <ac:chgData name="Sameer Kumar" userId="24768edcdf85ca24" providerId="LiveId" clId="{19FD9F77-8FBF-4E55-A139-16B9E330BA2E}" dt="2026-09-10T03:30:53.858" v="12853" actId="1076"/>
          <ac:picMkLst>
            <pc:docMk/>
            <pc:sldMk cId="0" sldId="290"/>
            <ac:picMk id="70" creationId="{68E908D4-9543-217E-1085-AA542A635A07}"/>
          </ac:picMkLst>
        </pc:picChg>
        <pc:picChg chg="add mod">
          <ac:chgData name="Sameer Kumar" userId="24768edcdf85ca24" providerId="LiveId" clId="{19FD9F77-8FBF-4E55-A139-16B9E330BA2E}" dt="2026-09-08T03:09:23.378" v="8918" actId="1076"/>
          <ac:picMkLst>
            <pc:docMk/>
            <pc:sldMk cId="0" sldId="290"/>
            <ac:picMk id="116" creationId="{C1ADC80E-B61D-E173-87B0-47F40070539B}"/>
          </ac:picMkLst>
        </pc:picChg>
        <pc:picChg chg="add mod">
          <ac:chgData name="Sameer Kumar" userId="24768edcdf85ca24" providerId="LiveId" clId="{19FD9F77-8FBF-4E55-A139-16B9E330BA2E}" dt="2026-09-05T13:05:32.899" v="6951" actId="1076"/>
          <ac:picMkLst>
            <pc:docMk/>
            <pc:sldMk cId="0" sldId="290"/>
            <ac:picMk id="137" creationId="{23C28178-DB34-D2CB-2959-B6DECD669F19}"/>
          </ac:picMkLst>
        </pc:picChg>
        <pc:picChg chg="add mod">
          <ac:chgData name="Sameer Kumar" userId="24768edcdf85ca24" providerId="LiveId" clId="{19FD9F77-8FBF-4E55-A139-16B9E330BA2E}" dt="2026-09-08T03:00:01.171" v="8881" actId="14100"/>
          <ac:picMkLst>
            <pc:docMk/>
            <pc:sldMk cId="0" sldId="290"/>
            <ac:picMk id="149" creationId="{7FFD43F7-6C02-F4E8-88CA-BE0616DBA8A0}"/>
          </ac:picMkLst>
        </pc:picChg>
        <pc:picChg chg="add mod">
          <ac:chgData name="Sameer Kumar" userId="24768edcdf85ca24" providerId="LiveId" clId="{19FD9F77-8FBF-4E55-A139-16B9E330BA2E}" dt="2026-09-08T02:59:53.786" v="8880" actId="1076"/>
          <ac:picMkLst>
            <pc:docMk/>
            <pc:sldMk cId="0" sldId="290"/>
            <ac:picMk id="152" creationId="{B2886BF0-45A3-FEF3-9FE5-77FBD5F3898F}"/>
          </ac:picMkLst>
        </pc:picChg>
        <pc:picChg chg="add mod">
          <ac:chgData name="Sameer Kumar" userId="24768edcdf85ca24" providerId="LiveId" clId="{19FD9F77-8FBF-4E55-A139-16B9E330BA2E}" dt="2026-09-08T03:00:08.502" v="8883" actId="1076"/>
          <ac:picMkLst>
            <pc:docMk/>
            <pc:sldMk cId="0" sldId="290"/>
            <ac:picMk id="154" creationId="{C7999C6B-1C52-0CEC-9999-AF0639A7B6B8}"/>
          </ac:picMkLst>
        </pc:picChg>
        <pc:picChg chg="add mod">
          <ac:chgData name="Sameer Kumar" userId="24768edcdf85ca24" providerId="LiveId" clId="{19FD9F77-8FBF-4E55-A139-16B9E330BA2E}" dt="2026-09-04T13:39:05.801" v="4295" actId="1076"/>
          <ac:picMkLst>
            <pc:docMk/>
            <pc:sldMk cId="0" sldId="290"/>
            <ac:picMk id="157" creationId="{93A59E98-B583-4D7A-B93F-C78C7EFA0925}"/>
          </ac:picMkLst>
        </pc:picChg>
        <pc:picChg chg="add mod">
          <ac:chgData name="Sameer Kumar" userId="24768edcdf85ca24" providerId="LiveId" clId="{19FD9F77-8FBF-4E55-A139-16B9E330BA2E}" dt="2026-09-04T08:14:03.272" v="3266" actId="14100"/>
          <ac:picMkLst>
            <pc:docMk/>
            <pc:sldMk cId="0" sldId="290"/>
            <ac:picMk id="172" creationId="{C4387BA9-D127-2582-C6DB-344F91ADCB3A}"/>
          </ac:picMkLst>
        </pc:picChg>
        <pc:picChg chg="add mod">
          <ac:chgData name="Sameer Kumar" userId="24768edcdf85ca24" providerId="LiveId" clId="{19FD9F77-8FBF-4E55-A139-16B9E330BA2E}" dt="2026-09-08T05:04:27.008" v="9342" actId="1076"/>
          <ac:picMkLst>
            <pc:docMk/>
            <pc:sldMk cId="0" sldId="290"/>
            <ac:picMk id="175" creationId="{DB1E9CC6-1AEC-9241-1B1B-13B812115DD3}"/>
          </ac:picMkLst>
        </pc:picChg>
        <pc:picChg chg="add mod">
          <ac:chgData name="Sameer Kumar" userId="24768edcdf85ca24" providerId="LiveId" clId="{19FD9F77-8FBF-4E55-A139-16B9E330BA2E}" dt="2026-09-08T05:04:38.986" v="9345" actId="14100"/>
          <ac:picMkLst>
            <pc:docMk/>
            <pc:sldMk cId="0" sldId="290"/>
            <ac:picMk id="180" creationId="{49E0E970-6897-1D93-6487-D9ABCEF6E756}"/>
          </ac:picMkLst>
        </pc:picChg>
        <pc:picChg chg="add mod">
          <ac:chgData name="Sameer Kumar" userId="24768edcdf85ca24" providerId="LiveId" clId="{19FD9F77-8FBF-4E55-A139-16B9E330BA2E}" dt="2026-09-08T05:04:32.914" v="9344" actId="1076"/>
          <ac:picMkLst>
            <pc:docMk/>
            <pc:sldMk cId="0" sldId="290"/>
            <ac:picMk id="198" creationId="{23E5426A-04F3-60BF-90F2-487D5D947FED}"/>
          </ac:picMkLst>
        </pc:picChg>
        <pc:picChg chg="add mod">
          <ac:chgData name="Sameer Kumar" userId="24768edcdf85ca24" providerId="LiveId" clId="{19FD9F77-8FBF-4E55-A139-16B9E330BA2E}" dt="2026-09-08T10:22:47.757" v="9553" actId="14100"/>
          <ac:picMkLst>
            <pc:docMk/>
            <pc:sldMk cId="0" sldId="290"/>
            <ac:picMk id="208" creationId="{BEE8586A-8FB1-FB73-A44A-9DCA87868800}"/>
          </ac:picMkLst>
        </pc:picChg>
        <pc:picChg chg="add mod">
          <ac:chgData name="Sameer Kumar" userId="24768edcdf85ca24" providerId="LiveId" clId="{19FD9F77-8FBF-4E55-A139-16B9E330BA2E}" dt="2026-09-08T02:56:25.766" v="8868" actId="1076"/>
          <ac:picMkLst>
            <pc:docMk/>
            <pc:sldMk cId="0" sldId="290"/>
            <ac:picMk id="210" creationId="{8091B15D-D0CF-60AF-7B84-2F3E94725CDC}"/>
          </ac:picMkLst>
        </pc:picChg>
        <pc:picChg chg="add mod">
          <ac:chgData name="Sameer Kumar" userId="24768edcdf85ca24" providerId="LiveId" clId="{19FD9F77-8FBF-4E55-A139-16B9E330BA2E}" dt="2026-09-08T10:41:05.501" v="9595" actId="1076"/>
          <ac:picMkLst>
            <pc:docMk/>
            <pc:sldMk cId="0" sldId="290"/>
            <ac:picMk id="212" creationId="{9306E328-A930-7BEF-F385-32A2A08423EF}"/>
          </ac:picMkLst>
        </pc:picChg>
        <pc:picChg chg="add mod">
          <ac:chgData name="Sameer Kumar" userId="24768edcdf85ca24" providerId="LiveId" clId="{19FD9F77-8FBF-4E55-A139-16B9E330BA2E}" dt="2026-09-08T10:41:00.823" v="9594" actId="14100"/>
          <ac:picMkLst>
            <pc:docMk/>
            <pc:sldMk cId="0" sldId="290"/>
            <ac:picMk id="217" creationId="{28A74B4F-B12C-0932-2CFD-731562F12E2A}"/>
          </ac:picMkLst>
        </pc:picChg>
        <pc:picChg chg="add mod">
          <ac:chgData name="Sameer Kumar" userId="24768edcdf85ca24" providerId="LiveId" clId="{19FD9F77-8FBF-4E55-A139-16B9E330BA2E}" dt="2026-09-08T10:21:34.378" v="9537" actId="1076"/>
          <ac:picMkLst>
            <pc:docMk/>
            <pc:sldMk cId="0" sldId="290"/>
            <ac:picMk id="219" creationId="{7FD5749E-066C-2F2F-6CEB-F91FA43046F6}"/>
          </ac:picMkLst>
        </pc:picChg>
        <pc:picChg chg="add mod">
          <ac:chgData name="Sameer Kumar" userId="24768edcdf85ca24" providerId="LiveId" clId="{19FD9F77-8FBF-4E55-A139-16B9E330BA2E}" dt="2026-09-10T03:30:51.020" v="12849" actId="14100"/>
          <ac:picMkLst>
            <pc:docMk/>
            <pc:sldMk cId="0" sldId="290"/>
            <ac:picMk id="221" creationId="{6D018037-B986-82BB-E88B-8F639B856891}"/>
          </ac:picMkLst>
        </pc:picChg>
        <pc:picChg chg="add mod">
          <ac:chgData name="Sameer Kumar" userId="24768edcdf85ca24" providerId="LiveId" clId="{19FD9F77-8FBF-4E55-A139-16B9E330BA2E}" dt="2026-09-08T10:20:00.488" v="9516" actId="14100"/>
          <ac:picMkLst>
            <pc:docMk/>
            <pc:sldMk cId="0" sldId="290"/>
            <ac:picMk id="223" creationId="{824F609D-D147-31A2-BF66-EC6D065319F8}"/>
          </ac:picMkLst>
        </pc:picChg>
        <pc:cxnChg chg="add mod">
          <ac:chgData name="Sameer Kumar" userId="24768edcdf85ca24" providerId="LiveId" clId="{19FD9F77-8FBF-4E55-A139-16B9E330BA2E}" dt="2026-09-03T14:50:10.993" v="2647" actId="14100"/>
          <ac:cxnSpMkLst>
            <pc:docMk/>
            <pc:sldMk cId="0" sldId="290"/>
            <ac:cxnSpMk id="60" creationId="{C60FE330-956A-3896-979C-E02BFA203958}"/>
          </ac:cxnSpMkLst>
        </pc:cxnChg>
        <pc:cxnChg chg="add mod">
          <ac:chgData name="Sameer Kumar" userId="24768edcdf85ca24" providerId="LiveId" clId="{19FD9F77-8FBF-4E55-A139-16B9E330BA2E}" dt="2026-09-03T14:46:18.971" v="2608" actId="14100"/>
          <ac:cxnSpMkLst>
            <pc:docMk/>
            <pc:sldMk cId="0" sldId="290"/>
            <ac:cxnSpMk id="61" creationId="{9F9C03DB-1238-D13F-B878-3DBECDFFDB60}"/>
          </ac:cxnSpMkLst>
        </pc:cxnChg>
        <pc:cxnChg chg="add mod">
          <ac:chgData name="Sameer Kumar" userId="24768edcdf85ca24" providerId="LiveId" clId="{19FD9F77-8FBF-4E55-A139-16B9E330BA2E}" dt="2026-09-03T07:53:42.019" v="2251" actId="14100"/>
          <ac:cxnSpMkLst>
            <pc:docMk/>
            <pc:sldMk cId="0" sldId="290"/>
            <ac:cxnSpMk id="79" creationId="{3D18433B-C318-A4F0-C3C7-A9F8CFDDA90D}"/>
          </ac:cxnSpMkLst>
        </pc:cxnChg>
        <pc:cxnChg chg="add mod">
          <ac:chgData name="Sameer Kumar" userId="24768edcdf85ca24" providerId="LiveId" clId="{19FD9F77-8FBF-4E55-A139-16B9E330BA2E}" dt="2026-09-04T07:55:39.319" v="3078" actId="14100"/>
          <ac:cxnSpMkLst>
            <pc:docMk/>
            <pc:sldMk cId="0" sldId="290"/>
            <ac:cxnSpMk id="86" creationId="{055A371F-94F8-9BE9-6D8B-19D18ECCFFF5}"/>
          </ac:cxnSpMkLst>
        </pc:cxnChg>
        <pc:cxnChg chg="add mod">
          <ac:chgData name="Sameer Kumar" userId="24768edcdf85ca24" providerId="LiveId" clId="{19FD9F77-8FBF-4E55-A139-16B9E330BA2E}" dt="2026-09-04T13:58:58.666" v="4405" actId="14100"/>
          <ac:cxnSpMkLst>
            <pc:docMk/>
            <pc:sldMk cId="0" sldId="290"/>
            <ac:cxnSpMk id="93" creationId="{9C451580-BDC8-5F6B-1DD3-A85273CC194A}"/>
          </ac:cxnSpMkLst>
        </pc:cxnChg>
        <pc:cxnChg chg="add mod">
          <ac:chgData name="Sameer Kumar" userId="24768edcdf85ca24" providerId="LiveId" clId="{19FD9F77-8FBF-4E55-A139-16B9E330BA2E}" dt="2026-09-03T15:26:21.232" v="2816" actId="14100"/>
          <ac:cxnSpMkLst>
            <pc:docMk/>
            <pc:sldMk cId="0" sldId="290"/>
            <ac:cxnSpMk id="133" creationId="{DB1981A8-BC45-F2DC-4AB5-FC53F868641E}"/>
          </ac:cxnSpMkLst>
        </pc:cxnChg>
        <pc:cxnChg chg="add mod">
          <ac:chgData name="Sameer Kumar" userId="24768edcdf85ca24" providerId="LiveId" clId="{19FD9F77-8FBF-4E55-A139-16B9E330BA2E}" dt="2026-09-03T15:26:29.594" v="2817" actId="14100"/>
          <ac:cxnSpMkLst>
            <pc:docMk/>
            <pc:sldMk cId="0" sldId="290"/>
            <ac:cxnSpMk id="139" creationId="{CC1851F1-7ED2-4239-D214-74DAD45BF215}"/>
          </ac:cxnSpMkLst>
        </pc:cxnChg>
        <pc:cxnChg chg="add mod">
          <ac:chgData name="Sameer Kumar" userId="24768edcdf85ca24" providerId="LiveId" clId="{19FD9F77-8FBF-4E55-A139-16B9E330BA2E}" dt="2026-09-04T07:11:12.720" v="3022" actId="14100"/>
          <ac:cxnSpMkLst>
            <pc:docMk/>
            <pc:sldMk cId="0" sldId="290"/>
            <ac:cxnSpMk id="161" creationId="{3976772D-2BF7-E5E7-F021-878B19488933}"/>
          </ac:cxnSpMkLst>
        </pc:cxnChg>
        <pc:cxnChg chg="add mod">
          <ac:chgData name="Sameer Kumar" userId="24768edcdf85ca24" providerId="LiveId" clId="{19FD9F77-8FBF-4E55-A139-16B9E330BA2E}" dt="2026-09-08T10:40:52.777" v="9593" actId="14100"/>
          <ac:cxnSpMkLst>
            <pc:docMk/>
            <pc:sldMk cId="0" sldId="290"/>
            <ac:cxnSpMk id="200" creationId="{ACA606D3-6063-35D2-9391-2E51111EB361}"/>
          </ac:cxnSpMkLst>
        </pc:cxnChg>
      </pc:sldChg>
      <pc:sldChg chg="modSp mod ord">
        <pc:chgData name="Sameer Kumar" userId="24768edcdf85ca24" providerId="LiveId" clId="{19FD9F77-8FBF-4E55-A139-16B9E330BA2E}" dt="2026-09-10T04:33:30.582" v="12945" actId="20577"/>
        <pc:sldMkLst>
          <pc:docMk/>
          <pc:sldMk cId="0" sldId="291"/>
        </pc:sldMkLst>
        <pc:spChg chg="mod">
          <ac:chgData name="Sameer Kumar" userId="24768edcdf85ca24" providerId="LiveId" clId="{19FD9F77-8FBF-4E55-A139-16B9E330BA2E}" dt="2026-09-10T04:33:30.582" v="12945" actId="20577"/>
          <ac:spMkLst>
            <pc:docMk/>
            <pc:sldMk cId="0" sldId="291"/>
            <ac:spMk id="10" creationId="{00000000-0000-0000-0000-000000000000}"/>
          </ac:spMkLst>
        </pc:spChg>
      </pc:sldChg>
      <pc:sldChg chg="addSp delSp modSp mod">
        <pc:chgData name="Sameer Kumar" userId="24768edcdf85ca24" providerId="LiveId" clId="{19FD9F77-8FBF-4E55-A139-16B9E330BA2E}" dt="2026-09-09T07:44:27.690" v="11557" actId="20577"/>
        <pc:sldMkLst>
          <pc:docMk/>
          <pc:sldMk cId="3753387913" sldId="293"/>
        </pc:sldMkLst>
        <pc:spChg chg="add mod">
          <ac:chgData name="Sameer Kumar" userId="24768edcdf85ca24" providerId="LiveId" clId="{19FD9F77-8FBF-4E55-A139-16B9E330BA2E}" dt="2026-09-08T13:55:21.053" v="9625" actId="14100"/>
          <ac:spMkLst>
            <pc:docMk/>
            <pc:sldMk cId="3753387913" sldId="293"/>
            <ac:spMk id="2" creationId="{245B9161-E103-F8B7-824C-0A21442EF9CA}"/>
          </ac:spMkLst>
        </pc:spChg>
        <pc:spChg chg="add mod">
          <ac:chgData name="Sameer Kumar" userId="24768edcdf85ca24" providerId="LiveId" clId="{19FD9F77-8FBF-4E55-A139-16B9E330BA2E}" dt="2026-09-08T13:57:16.262" v="9637" actId="14100"/>
          <ac:spMkLst>
            <pc:docMk/>
            <pc:sldMk cId="3753387913" sldId="293"/>
            <ac:spMk id="3" creationId="{61383613-CB78-09A5-3580-80BD840EE466}"/>
          </ac:spMkLst>
        </pc:spChg>
        <pc:spChg chg="add mod">
          <ac:chgData name="Sameer Kumar" userId="24768edcdf85ca24" providerId="LiveId" clId="{19FD9F77-8FBF-4E55-A139-16B9E330BA2E}" dt="2026-09-08T10:24:03.511" v="9555" actId="1076"/>
          <ac:spMkLst>
            <pc:docMk/>
            <pc:sldMk cId="3753387913" sldId="293"/>
            <ac:spMk id="5" creationId="{C0679E0F-7A7D-AEB6-20EC-74DC50DF38E4}"/>
          </ac:spMkLst>
        </pc:spChg>
        <pc:spChg chg="add mod">
          <ac:chgData name="Sameer Kumar" userId="24768edcdf85ca24" providerId="LiveId" clId="{19FD9F77-8FBF-4E55-A139-16B9E330BA2E}" dt="2026-09-08T10:24:18.581" v="9557" actId="1076"/>
          <ac:spMkLst>
            <pc:docMk/>
            <pc:sldMk cId="3753387913" sldId="293"/>
            <ac:spMk id="8" creationId="{806228B0-444B-5E92-E61E-3EB086CE095F}"/>
          </ac:spMkLst>
        </pc:spChg>
        <pc:spChg chg="add mod">
          <ac:chgData name="Sameer Kumar" userId="24768edcdf85ca24" providerId="LiveId" clId="{19FD9F77-8FBF-4E55-A139-16B9E330BA2E}" dt="2026-09-09T07:43:06.376" v="11503" actId="20577"/>
          <ac:spMkLst>
            <pc:docMk/>
            <pc:sldMk cId="3753387913" sldId="293"/>
            <ac:spMk id="9" creationId="{3C5689B6-E80F-C4CD-8E99-CBCAA33BB5AB}"/>
          </ac:spMkLst>
        </pc:spChg>
        <pc:spChg chg="add mod">
          <ac:chgData name="Sameer Kumar" userId="24768edcdf85ca24" providerId="LiveId" clId="{19FD9F77-8FBF-4E55-A139-16B9E330BA2E}" dt="2026-09-08T04:49:54.781" v="9319" actId="207"/>
          <ac:spMkLst>
            <pc:docMk/>
            <pc:sldMk cId="3753387913" sldId="293"/>
            <ac:spMk id="10" creationId="{71FC42E2-26D4-C116-E90B-12563DE97A52}"/>
          </ac:spMkLst>
        </pc:spChg>
        <pc:spChg chg="mod">
          <ac:chgData name="Sameer Kumar" userId="24768edcdf85ca24" providerId="LiveId" clId="{19FD9F77-8FBF-4E55-A139-16B9E330BA2E}" dt="2026-09-08T05:13:47.092" v="9389" actId="14100"/>
          <ac:spMkLst>
            <pc:docMk/>
            <pc:sldMk cId="3753387913" sldId="293"/>
            <ac:spMk id="12" creationId="{5DBCE864-823D-4A13-9607-5DA1F0ED5FB8}"/>
          </ac:spMkLst>
        </pc:spChg>
        <pc:spChg chg="add mod">
          <ac:chgData name="Sameer Kumar" userId="24768edcdf85ca24" providerId="LiveId" clId="{19FD9F77-8FBF-4E55-A139-16B9E330BA2E}" dt="2026-09-05T10:14:30.489" v="5441" actId="207"/>
          <ac:spMkLst>
            <pc:docMk/>
            <pc:sldMk cId="3753387913" sldId="293"/>
            <ac:spMk id="23" creationId="{068711AF-BEC1-E6C1-018F-AAB75E1BF775}"/>
          </ac:spMkLst>
        </pc:spChg>
        <pc:spChg chg="add mod">
          <ac:chgData name="Sameer Kumar" userId="24768edcdf85ca24" providerId="LiveId" clId="{19FD9F77-8FBF-4E55-A139-16B9E330BA2E}" dt="2026-09-08T10:26:03.479" v="9569" actId="1076"/>
          <ac:spMkLst>
            <pc:docMk/>
            <pc:sldMk cId="3753387913" sldId="293"/>
            <ac:spMk id="24" creationId="{5A58A51A-10E3-4163-B16D-413B67416979}"/>
          </ac:spMkLst>
        </pc:spChg>
        <pc:spChg chg="add mod">
          <ac:chgData name="Sameer Kumar" userId="24768edcdf85ca24" providerId="LiveId" clId="{19FD9F77-8FBF-4E55-A139-16B9E330BA2E}" dt="2026-09-09T07:43:37.024" v="11507" actId="20577"/>
          <ac:spMkLst>
            <pc:docMk/>
            <pc:sldMk cId="3753387913" sldId="293"/>
            <ac:spMk id="25" creationId="{FBDDE6FC-3D29-3474-1634-DCC2DB9D71A2}"/>
          </ac:spMkLst>
        </pc:spChg>
        <pc:spChg chg="add mod">
          <ac:chgData name="Sameer Kumar" userId="24768edcdf85ca24" providerId="LiveId" clId="{19FD9F77-8FBF-4E55-A139-16B9E330BA2E}" dt="2026-09-05T12:56:10.985" v="6879" actId="20577"/>
          <ac:spMkLst>
            <pc:docMk/>
            <pc:sldMk cId="3753387913" sldId="293"/>
            <ac:spMk id="26" creationId="{06311B69-4890-8F13-4FA7-ADD21B04C99E}"/>
          </ac:spMkLst>
        </pc:spChg>
        <pc:spChg chg="add mod">
          <ac:chgData name="Sameer Kumar" userId="24768edcdf85ca24" providerId="LiveId" clId="{19FD9F77-8FBF-4E55-A139-16B9E330BA2E}" dt="2026-09-09T07:44:27.690" v="11557" actId="20577"/>
          <ac:spMkLst>
            <pc:docMk/>
            <pc:sldMk cId="3753387913" sldId="293"/>
            <ac:spMk id="28" creationId="{DF1B3A3C-47D0-0D17-3D6A-C58EB0761E18}"/>
          </ac:spMkLst>
        </pc:spChg>
        <pc:spChg chg="mod">
          <ac:chgData name="Sameer Kumar" userId="24768edcdf85ca24" providerId="LiveId" clId="{19FD9F77-8FBF-4E55-A139-16B9E330BA2E}" dt="2026-09-08T04:32:33.631" v="9028" actId="207"/>
          <ac:spMkLst>
            <pc:docMk/>
            <pc:sldMk cId="3753387913" sldId="293"/>
            <ac:spMk id="17409" creationId="{00000000-0000-0000-0000-000000000000}"/>
          </ac:spMkLst>
        </pc:spChg>
        <pc:picChg chg="mod">
          <ac:chgData name="Sameer Kumar" userId="24768edcdf85ca24" providerId="LiveId" clId="{19FD9F77-8FBF-4E55-A139-16B9E330BA2E}" dt="2026-09-03T08:01:39.212" v="2253" actId="14100"/>
          <ac:picMkLst>
            <pc:docMk/>
            <pc:sldMk cId="3753387913" sldId="293"/>
            <ac:picMk id="11" creationId="{00000000-0000-0000-0000-000000000000}"/>
          </ac:picMkLst>
        </pc:picChg>
        <pc:picChg chg="add mod">
          <ac:chgData name="Sameer Kumar" userId="24768edcdf85ca24" providerId="LiveId" clId="{19FD9F77-8FBF-4E55-A139-16B9E330BA2E}" dt="2026-09-05T15:14:31.863" v="7128" actId="1076"/>
          <ac:picMkLst>
            <pc:docMk/>
            <pc:sldMk cId="3753387913" sldId="293"/>
            <ac:picMk id="18" creationId="{9D8643E9-E657-F4D2-19AB-AD55AAF23AB4}"/>
          </ac:picMkLst>
        </pc:picChg>
        <pc:picChg chg="add mod">
          <ac:chgData name="Sameer Kumar" userId="24768edcdf85ca24" providerId="LiveId" clId="{19FD9F77-8FBF-4E55-A139-16B9E330BA2E}" dt="2026-09-08T10:43:25.881" v="9601" actId="1076"/>
          <ac:picMkLst>
            <pc:docMk/>
            <pc:sldMk cId="3753387913" sldId="293"/>
            <ac:picMk id="20" creationId="{353AB2B2-2DE4-DF41-5FCD-3E241E6C6B4C}"/>
          </ac:picMkLst>
        </pc:picChg>
        <pc:picChg chg="add mod">
          <ac:chgData name="Sameer Kumar" userId="24768edcdf85ca24" providerId="LiveId" clId="{19FD9F77-8FBF-4E55-A139-16B9E330BA2E}" dt="2026-09-08T10:25:52.845" v="9568" actId="1076"/>
          <ac:picMkLst>
            <pc:docMk/>
            <pc:sldMk cId="3753387913" sldId="293"/>
            <ac:picMk id="22" creationId="{1B9FEA10-AD73-A558-EBDA-68F45E0EADCD}"/>
          </ac:picMkLst>
        </pc:picChg>
        <pc:picChg chg="add mod">
          <ac:chgData name="Sameer Kumar" userId="24768edcdf85ca24" providerId="LiveId" clId="{19FD9F77-8FBF-4E55-A139-16B9E330BA2E}" dt="2026-09-05T14:51:11.361" v="7047" actId="1076"/>
          <ac:picMkLst>
            <pc:docMk/>
            <pc:sldMk cId="3753387913" sldId="293"/>
            <ac:picMk id="27" creationId="{F045014B-E317-08FA-43CD-9808D03C2830}"/>
          </ac:picMkLst>
        </pc:picChg>
        <pc:picChg chg="add mod">
          <ac:chgData name="Sameer Kumar" userId="24768edcdf85ca24" providerId="LiveId" clId="{19FD9F77-8FBF-4E55-A139-16B9E330BA2E}" dt="2026-09-05T14:51:24.511" v="7049" actId="1076"/>
          <ac:picMkLst>
            <pc:docMk/>
            <pc:sldMk cId="3753387913" sldId="293"/>
            <ac:picMk id="32" creationId="{8EC596A7-9326-6D6D-D462-52D71191E669}"/>
          </ac:picMkLst>
        </pc:picChg>
        <pc:picChg chg="add mod">
          <ac:chgData name="Sameer Kumar" userId="24768edcdf85ca24" providerId="LiveId" clId="{19FD9F77-8FBF-4E55-A139-16B9E330BA2E}" dt="2026-09-05T15:11:46.030" v="7109" actId="1076"/>
          <ac:picMkLst>
            <pc:docMk/>
            <pc:sldMk cId="3753387913" sldId="293"/>
            <ac:picMk id="36" creationId="{47A9C6CC-E781-31BB-417E-3D1B52921008}"/>
          </ac:picMkLst>
        </pc:picChg>
        <pc:picChg chg="add mod">
          <ac:chgData name="Sameer Kumar" userId="24768edcdf85ca24" providerId="LiveId" clId="{19FD9F77-8FBF-4E55-A139-16B9E330BA2E}" dt="2026-09-09T06:48:40.617" v="10597" actId="1076"/>
          <ac:picMkLst>
            <pc:docMk/>
            <pc:sldMk cId="3753387913" sldId="293"/>
            <ac:picMk id="38" creationId="{0E378F0D-5B9A-4ABA-7F55-C36FFA264904}"/>
          </ac:picMkLst>
        </pc:picChg>
        <pc:picChg chg="add mod">
          <ac:chgData name="Sameer Kumar" userId="24768edcdf85ca24" providerId="LiveId" clId="{19FD9F77-8FBF-4E55-A139-16B9E330BA2E}" dt="2026-09-08T10:25:16.440" v="9564" actId="1076"/>
          <ac:picMkLst>
            <pc:docMk/>
            <pc:sldMk cId="3753387913" sldId="293"/>
            <ac:picMk id="41" creationId="{BC4AAC30-695A-7E42-868A-255A3BB34A52}"/>
          </ac:picMkLst>
        </pc:picChg>
        <pc:cxnChg chg="add mod">
          <ac:chgData name="Sameer Kumar" userId="24768edcdf85ca24" providerId="LiveId" clId="{19FD9F77-8FBF-4E55-A139-16B9E330BA2E}" dt="2026-09-09T05:06:53.301" v="10070" actId="14100"/>
          <ac:cxnSpMkLst>
            <pc:docMk/>
            <pc:sldMk cId="3753387913" sldId="293"/>
            <ac:cxnSpMk id="13" creationId="{84A7757B-A7A0-B858-7A84-5A9104CE2745}"/>
          </ac:cxnSpMkLst>
        </pc:cxnChg>
        <pc:cxnChg chg="add mod">
          <ac:chgData name="Sameer Kumar" userId="24768edcdf85ca24" providerId="LiveId" clId="{19FD9F77-8FBF-4E55-A139-16B9E330BA2E}" dt="2026-09-05T15:10:52.573" v="7101" actId="14100"/>
          <ac:cxnSpMkLst>
            <pc:docMk/>
            <pc:sldMk cId="3753387913" sldId="293"/>
            <ac:cxnSpMk id="15" creationId="{ADBA4506-B280-8710-D83D-2C08AD4E4B80}"/>
          </ac:cxnSpMkLst>
        </pc:cxnChg>
        <pc:cxnChg chg="add mod">
          <ac:chgData name="Sameer Kumar" userId="24768edcdf85ca24" providerId="LiveId" clId="{19FD9F77-8FBF-4E55-A139-16B9E330BA2E}" dt="2026-09-09T06:41:00.968" v="10555" actId="14100"/>
          <ac:cxnSpMkLst>
            <pc:docMk/>
            <pc:sldMk cId="3753387913" sldId="293"/>
            <ac:cxnSpMk id="29" creationId="{FC25E726-B9AA-CD5B-534F-958200D6ADBE}"/>
          </ac:cxnSpMkLst>
        </pc:cxnChg>
        <pc:cxnChg chg="add del mod">
          <ac:chgData name="Sameer Kumar" userId="24768edcdf85ca24" providerId="LiveId" clId="{19FD9F77-8FBF-4E55-A139-16B9E330BA2E}" dt="2026-09-09T06:42:24.824" v="10582" actId="21"/>
          <ac:cxnSpMkLst>
            <pc:docMk/>
            <pc:sldMk cId="3753387913" sldId="293"/>
            <ac:cxnSpMk id="46" creationId="{BD11ED11-1937-3953-15D5-FEF10271B94B}"/>
          </ac:cxnSpMkLst>
        </pc:cxnChg>
        <pc:cxnChg chg="add mod">
          <ac:chgData name="Sameer Kumar" userId="24768edcdf85ca24" providerId="LiveId" clId="{19FD9F77-8FBF-4E55-A139-16B9E330BA2E}" dt="2026-09-09T06:43:12.491" v="10592" actId="1076"/>
          <ac:cxnSpMkLst>
            <pc:docMk/>
            <pc:sldMk cId="3753387913" sldId="293"/>
            <ac:cxnSpMk id="48" creationId="{6C2D2713-9999-29B9-B896-30FB8860213F}"/>
          </ac:cxnSpMkLst>
        </pc:cxnChg>
        <pc:cxnChg chg="add mod">
          <ac:chgData name="Sameer Kumar" userId="24768edcdf85ca24" providerId="LiveId" clId="{19FD9F77-8FBF-4E55-A139-16B9E330BA2E}" dt="2026-09-09T07:43:23.004" v="11506" actId="14100"/>
          <ac:cxnSpMkLst>
            <pc:docMk/>
            <pc:sldMk cId="3753387913" sldId="293"/>
            <ac:cxnSpMk id="53" creationId="{D04558F9-3C22-52D1-640B-4845FB43EA71}"/>
          </ac:cxnSpMkLst>
        </pc:cxnChg>
      </pc:sldChg>
      <pc:sldChg chg="addSp delSp modSp mod">
        <pc:chgData name="Sameer Kumar" userId="24768edcdf85ca24" providerId="LiveId" clId="{19FD9F77-8FBF-4E55-A139-16B9E330BA2E}" dt="2026-09-09T07:56:56.487" v="12301" actId="1076"/>
        <pc:sldMkLst>
          <pc:docMk/>
          <pc:sldMk cId="2997144140" sldId="294"/>
        </pc:sldMkLst>
        <pc:spChg chg="add mod">
          <ac:chgData name="Sameer Kumar" userId="24768edcdf85ca24" providerId="LiveId" clId="{19FD9F77-8FBF-4E55-A139-16B9E330BA2E}" dt="2026-09-08T13:53:46.224" v="9622" actId="207"/>
          <ac:spMkLst>
            <pc:docMk/>
            <pc:sldMk cId="2997144140" sldId="294"/>
            <ac:spMk id="2" creationId="{84D6062F-41C8-355C-8C27-5105EC2B26C1}"/>
          </ac:spMkLst>
        </pc:spChg>
        <pc:spChg chg="add mod">
          <ac:chgData name="Sameer Kumar" userId="24768edcdf85ca24" providerId="LiveId" clId="{19FD9F77-8FBF-4E55-A139-16B9E330BA2E}" dt="2026-09-08T04:41:20.422" v="9242" actId="14100"/>
          <ac:spMkLst>
            <pc:docMk/>
            <pc:sldMk cId="2997144140" sldId="294"/>
            <ac:spMk id="3" creationId="{DDCC979B-5419-6CE3-AFFE-56BBD4378C93}"/>
          </ac:spMkLst>
        </pc:spChg>
        <pc:spChg chg="add mod">
          <ac:chgData name="Sameer Kumar" userId="24768edcdf85ca24" providerId="LiveId" clId="{19FD9F77-8FBF-4E55-A139-16B9E330BA2E}" dt="2026-09-09T07:56:16.923" v="12298" actId="20577"/>
          <ac:spMkLst>
            <pc:docMk/>
            <pc:sldMk cId="2997144140" sldId="294"/>
            <ac:spMk id="4" creationId="{A842878F-347E-3767-D96B-C11EF4EEA94F}"/>
          </ac:spMkLst>
        </pc:spChg>
        <pc:spChg chg="add mod">
          <ac:chgData name="Sameer Kumar" userId="24768edcdf85ca24" providerId="LiveId" clId="{19FD9F77-8FBF-4E55-A139-16B9E330BA2E}" dt="2026-09-09T07:53:59.739" v="12222" actId="20577"/>
          <ac:spMkLst>
            <pc:docMk/>
            <pc:sldMk cId="2997144140" sldId="294"/>
            <ac:spMk id="5" creationId="{465E1F16-925E-B4D5-EE83-3AE3C036E979}"/>
          </ac:spMkLst>
        </pc:spChg>
        <pc:spChg chg="add mod">
          <ac:chgData name="Sameer Kumar" userId="24768edcdf85ca24" providerId="LiveId" clId="{19FD9F77-8FBF-4E55-A139-16B9E330BA2E}" dt="2026-09-09T07:56:11.790" v="12297" actId="20577"/>
          <ac:spMkLst>
            <pc:docMk/>
            <pc:sldMk cId="2997144140" sldId="294"/>
            <ac:spMk id="8" creationId="{D7D61EF3-92B8-924E-C6F1-766053D7A584}"/>
          </ac:spMkLst>
        </pc:spChg>
        <pc:spChg chg="add mod">
          <ac:chgData name="Sameer Kumar" userId="24768edcdf85ca24" providerId="LiveId" clId="{19FD9F77-8FBF-4E55-A139-16B9E330BA2E}" dt="2026-09-08T04:38:48.553" v="9115" actId="1076"/>
          <ac:spMkLst>
            <pc:docMk/>
            <pc:sldMk cId="2997144140" sldId="294"/>
            <ac:spMk id="9" creationId="{A00BA660-84C4-204A-9FEC-FFABE3D166DF}"/>
          </ac:spMkLst>
        </pc:spChg>
        <pc:spChg chg="add mod">
          <ac:chgData name="Sameer Kumar" userId="24768edcdf85ca24" providerId="LiveId" clId="{19FD9F77-8FBF-4E55-A139-16B9E330BA2E}" dt="2026-09-06T17:25:23.834" v="8198" actId="1076"/>
          <ac:spMkLst>
            <pc:docMk/>
            <pc:sldMk cId="2997144140" sldId="294"/>
            <ac:spMk id="10" creationId="{60FDD6E1-0AB7-BBBF-37B8-AF97C1B9ED1F}"/>
          </ac:spMkLst>
        </pc:spChg>
        <pc:spChg chg="mod">
          <ac:chgData name="Sameer Kumar" userId="24768edcdf85ca24" providerId="LiveId" clId="{19FD9F77-8FBF-4E55-A139-16B9E330BA2E}" dt="2026-09-02T13:26:05.159" v="1877" actId="14100"/>
          <ac:spMkLst>
            <pc:docMk/>
            <pc:sldMk cId="2997144140" sldId="294"/>
            <ac:spMk id="12" creationId="{5DBCE864-823D-4A13-9607-5DA1F0ED5FB8}"/>
          </ac:spMkLst>
        </pc:spChg>
        <pc:spChg chg="add mod">
          <ac:chgData name="Sameer Kumar" userId="24768edcdf85ca24" providerId="LiveId" clId="{19FD9F77-8FBF-4E55-A139-16B9E330BA2E}" dt="2026-09-08T10:42:28.888" v="9599" actId="1076"/>
          <ac:spMkLst>
            <pc:docMk/>
            <pc:sldMk cId="2997144140" sldId="294"/>
            <ac:spMk id="13" creationId="{AA14A8AB-296C-18A7-1B21-8B83CED751F7}"/>
          </ac:spMkLst>
        </pc:spChg>
        <pc:spChg chg="add mod">
          <ac:chgData name="Sameer Kumar" userId="24768edcdf85ca24" providerId="LiveId" clId="{19FD9F77-8FBF-4E55-A139-16B9E330BA2E}" dt="2026-09-08T05:12:41.559" v="9383" actId="14100"/>
          <ac:spMkLst>
            <pc:docMk/>
            <pc:sldMk cId="2997144140" sldId="294"/>
            <ac:spMk id="14" creationId="{59C115D2-5AC9-8777-AA53-C969B95BE1AC}"/>
          </ac:spMkLst>
        </pc:spChg>
        <pc:spChg chg="add mod">
          <ac:chgData name="Sameer Kumar" userId="24768edcdf85ca24" providerId="LiveId" clId="{19FD9F77-8FBF-4E55-A139-16B9E330BA2E}" dt="2026-09-09T07:56:56.487" v="12301" actId="1076"/>
          <ac:spMkLst>
            <pc:docMk/>
            <pc:sldMk cId="2997144140" sldId="294"/>
            <ac:spMk id="19" creationId="{9741D4F1-B508-707F-98F8-CAB7B9DBE97F}"/>
          </ac:spMkLst>
        </pc:spChg>
        <pc:picChg chg="mod">
          <ac:chgData name="Sameer Kumar" userId="24768edcdf85ca24" providerId="LiveId" clId="{19FD9F77-8FBF-4E55-A139-16B9E330BA2E}" dt="2026-09-08T05:13:25.550" v="9386" actId="14100"/>
          <ac:picMkLst>
            <pc:docMk/>
            <pc:sldMk cId="2997144140" sldId="294"/>
            <ac:picMk id="11" creationId="{00000000-0000-0000-0000-000000000000}"/>
          </ac:picMkLst>
        </pc:picChg>
        <pc:picChg chg="add mod">
          <ac:chgData name="Sameer Kumar" userId="24768edcdf85ca24" providerId="LiveId" clId="{19FD9F77-8FBF-4E55-A139-16B9E330BA2E}" dt="2026-09-06T16:56:17.903" v="7776" actId="14100"/>
          <ac:picMkLst>
            <pc:docMk/>
            <pc:sldMk cId="2997144140" sldId="294"/>
            <ac:picMk id="16" creationId="{84CA3801-0204-06A0-B306-47FF70801732}"/>
          </ac:picMkLst>
        </pc:picChg>
        <pc:picChg chg="add mod">
          <ac:chgData name="Sameer Kumar" userId="24768edcdf85ca24" providerId="LiveId" clId="{19FD9F77-8FBF-4E55-A139-16B9E330BA2E}" dt="2026-09-08T10:34:20.248" v="9587" actId="1076"/>
          <ac:picMkLst>
            <pc:docMk/>
            <pc:sldMk cId="2997144140" sldId="294"/>
            <ac:picMk id="21" creationId="{208828D3-7D38-8671-F63D-2287FB85D5F4}"/>
          </ac:picMkLst>
        </pc:picChg>
        <pc:picChg chg="add mod">
          <ac:chgData name="Sameer Kumar" userId="24768edcdf85ca24" providerId="LiveId" clId="{19FD9F77-8FBF-4E55-A139-16B9E330BA2E}" dt="2026-09-08T10:42:25.287" v="9598" actId="1076"/>
          <ac:picMkLst>
            <pc:docMk/>
            <pc:sldMk cId="2997144140" sldId="294"/>
            <ac:picMk id="26" creationId="{F12F01E5-4415-F48A-885C-3AA6EFC65464}"/>
          </ac:picMkLst>
        </pc:picChg>
        <pc:picChg chg="add mod">
          <ac:chgData name="Sameer Kumar" userId="24768edcdf85ca24" providerId="LiveId" clId="{19FD9F77-8FBF-4E55-A139-16B9E330BA2E}" dt="2026-09-06T17:29:36.713" v="8256" actId="1076"/>
          <ac:picMkLst>
            <pc:docMk/>
            <pc:sldMk cId="2997144140" sldId="294"/>
            <ac:picMk id="30" creationId="{B2E9493A-8A0A-1724-92AB-AE38E2EF7675}"/>
          </ac:picMkLst>
        </pc:picChg>
        <pc:cxnChg chg="add mod">
          <ac:chgData name="Sameer Kumar" userId="24768edcdf85ca24" providerId="LiveId" clId="{19FD9F77-8FBF-4E55-A139-16B9E330BA2E}" dt="2026-09-08T10:53:23.159" v="9618" actId="208"/>
          <ac:cxnSpMkLst>
            <pc:docMk/>
            <pc:sldMk cId="2997144140" sldId="294"/>
            <ac:cxnSpMk id="45" creationId="{F887E98C-2A04-9AC3-FEDF-1FD29CA4052C}"/>
          </ac:cxnSpMkLst>
        </pc:cxnChg>
        <pc:cxnChg chg="add mod">
          <ac:chgData name="Sameer Kumar" userId="24768edcdf85ca24" providerId="LiveId" clId="{19FD9F77-8FBF-4E55-A139-16B9E330BA2E}" dt="2026-09-08T10:53:12.916" v="9615" actId="208"/>
          <ac:cxnSpMkLst>
            <pc:docMk/>
            <pc:sldMk cId="2997144140" sldId="294"/>
            <ac:cxnSpMk id="49" creationId="{AD0048CE-E37C-A60A-6434-7F486C49758B}"/>
          </ac:cxnSpMkLst>
        </pc:cxnChg>
        <pc:cxnChg chg="add mod">
          <ac:chgData name="Sameer Kumar" userId="24768edcdf85ca24" providerId="LiveId" clId="{19FD9F77-8FBF-4E55-A139-16B9E330BA2E}" dt="2026-09-08T10:53:15.896" v="9616" actId="208"/>
          <ac:cxnSpMkLst>
            <pc:docMk/>
            <pc:sldMk cId="2997144140" sldId="294"/>
            <ac:cxnSpMk id="53" creationId="{B4296003-19CD-F470-E855-C50633428D07}"/>
          </ac:cxnSpMkLst>
        </pc:cxnChg>
        <pc:cxnChg chg="add mod">
          <ac:chgData name="Sameer Kumar" userId="24768edcdf85ca24" providerId="LiveId" clId="{19FD9F77-8FBF-4E55-A139-16B9E330BA2E}" dt="2026-09-08T10:53:29.538" v="9619" actId="208"/>
          <ac:cxnSpMkLst>
            <pc:docMk/>
            <pc:sldMk cId="2997144140" sldId="294"/>
            <ac:cxnSpMk id="57" creationId="{13791FB0-2B04-7536-2276-001BA1C0EE36}"/>
          </ac:cxnSpMkLst>
        </pc:cxnChg>
        <pc:cxnChg chg="add mod">
          <ac:chgData name="Sameer Kumar" userId="24768edcdf85ca24" providerId="LiveId" clId="{19FD9F77-8FBF-4E55-A139-16B9E330BA2E}" dt="2026-09-08T10:53:19.020" v="9617" actId="208"/>
          <ac:cxnSpMkLst>
            <pc:docMk/>
            <pc:sldMk cId="2997144140" sldId="294"/>
            <ac:cxnSpMk id="61" creationId="{F7F6CDBF-42D7-2BC1-3748-248863307011}"/>
          </ac:cxnSpMkLst>
        </pc:cxnChg>
      </pc:sldChg>
      <pc:sldChg chg="addSp delSp modSp mod">
        <pc:chgData name="Sameer Kumar" userId="24768edcdf85ca24" providerId="LiveId" clId="{19FD9F77-8FBF-4E55-A139-16B9E330BA2E}" dt="2026-09-10T03:34:47.808" v="12943" actId="207"/>
        <pc:sldMkLst>
          <pc:docMk/>
          <pc:sldMk cId="3916788613" sldId="296"/>
        </pc:sldMkLst>
        <pc:spChg chg="add mod">
          <ac:chgData name="Sameer Kumar" userId="24768edcdf85ca24" providerId="LiveId" clId="{19FD9F77-8FBF-4E55-A139-16B9E330BA2E}" dt="2026-09-10T03:34:47.808" v="12943" actId="207"/>
          <ac:spMkLst>
            <pc:docMk/>
            <pc:sldMk cId="3916788613" sldId="296"/>
            <ac:spMk id="2" creationId="{33092E9E-DB25-A5FE-8D16-BD424049DEC8}"/>
          </ac:spMkLst>
        </pc:spChg>
        <pc:spChg chg="add del mod">
          <ac:chgData name="Sameer Kumar" userId="24768edcdf85ca24" providerId="LiveId" clId="{19FD9F77-8FBF-4E55-A139-16B9E330BA2E}" dt="2026-09-09T05:04:58.654" v="9947"/>
          <ac:spMkLst>
            <pc:docMk/>
            <pc:sldMk cId="3916788613" sldId="296"/>
            <ac:spMk id="2" creationId="{CA110590-2710-C0A9-0340-7EEFCD7F4B60}"/>
          </ac:spMkLst>
        </pc:spChg>
        <pc:spChg chg="mod">
          <ac:chgData name="Sameer Kumar" userId="24768edcdf85ca24" providerId="LiveId" clId="{19FD9F77-8FBF-4E55-A139-16B9E330BA2E}" dt="2026-09-08T05:14:07.244" v="9390" actId="14100"/>
          <ac:spMkLst>
            <pc:docMk/>
            <pc:sldMk cId="3916788613" sldId="296"/>
            <ac:spMk id="9" creationId="{5DBCE864-823D-4A13-9607-5DA1F0ED5FB8}"/>
          </ac:spMkLst>
        </pc:spChg>
        <pc:spChg chg="mod">
          <ac:chgData name="Sameer Kumar" userId="24768edcdf85ca24" providerId="LiveId" clId="{19FD9F77-8FBF-4E55-A139-16B9E330BA2E}" dt="2026-09-08T05:14:11.440" v="9391" actId="1076"/>
          <ac:spMkLst>
            <pc:docMk/>
            <pc:sldMk cId="3916788613" sldId="296"/>
            <ac:spMk id="17409" creationId="{00000000-0000-0000-0000-000000000000}"/>
          </ac:spMkLst>
        </pc:spChg>
        <pc:picChg chg="mod">
          <ac:chgData name="Sameer Kumar" userId="24768edcdf85ca24" providerId="LiveId" clId="{19FD9F77-8FBF-4E55-A139-16B9E330BA2E}" dt="2026-09-08T05:14:22.373" v="9393" actId="14100"/>
          <ac:picMkLst>
            <pc:docMk/>
            <pc:sldMk cId="3916788613" sldId="296"/>
            <ac:picMk id="1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2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jp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irindia.com/?utm_source=bing&amp;utm_medium=cpc&amp;utm_campaign=Acquisition_Perform_SEM_Alltraveltype_India_BAU_Prospecting_Brand_Core_Allrout_Allsector_NullHaul_NullB&amp;msclkid=489e4667601e1d11e94d2cc6ef43e1b7&amp;utm_term=Air%20India&amp;utm_content=Acquisition_Perform_SEM_Alltraveltype_India_BAU_Prospecting_Brand_Core_Allrout_Allsector_NullHaul_NullB_Confirmation_EM_Confirmation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spicejet.com/" TargetMode="External"/><Relationship Id="rId12" Type="http://schemas.openxmlformats.org/officeDocument/2006/relationships/hyperlink" Target="https://chartforest.com/service-producer-price-index-india-q1-fy27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indigo.in/?utm_source=Bing&amp;utm_medium=Conversion_CPC&amp;utm_campaign=BAU|Bing|Search_brand_domestic|07August2026&amp;cid=Bing|P|Search|Brand|BAU|Domestic|New|Text|07August2026&amp;msclkid=d48aa61f023415637c71ccbe8cb7bd5b" TargetMode="External"/><Relationship Id="rId11" Type="http://schemas.openxmlformats.org/officeDocument/2006/relationships/hyperlink" Target="https://www.easemytrip.com/flights.html?msclkid=94617568a05313411fc61fc930aea2d5&amp;utm_source=bing&amp;utm_medium=cpc&amp;utm_campaign=Bing_Search_AllAudience_%20Brand%20(EaseMyTrip.Com)&amp;utm_term=easemytrip&amp;utm_content=EaseMyTrip%20Exact" TargetMode="External"/><Relationship Id="rId5" Type="http://schemas.openxmlformats.org/officeDocument/2006/relationships/hyperlink" Target="https://www.dgca.gov.in/digigov-portal/?page=4264/4206/sericename" TargetMode="External"/><Relationship Id="rId10" Type="http://schemas.openxmlformats.org/officeDocument/2006/relationships/hyperlink" Target="https://www.ixigo.com/?msockid=1ab5a5dee17b61e20e3bb2abe57b6fd3" TargetMode="External"/><Relationship Id="rId4" Type="http://schemas.openxmlformats.org/officeDocument/2006/relationships/hyperlink" Target="https://mospi.gov.in/themes/product/9-consumer-price-index-cpi" TargetMode="External"/><Relationship Id="rId9" Type="http://schemas.openxmlformats.org/officeDocument/2006/relationships/hyperlink" Target="https://www.makemytrip.com/flights/?cmp=SEM|D|DF|B|Brand|Brand-BrandExact_DT|B_M_Makemytrip_Search_Exact|Brand_Top_5_Exact|RSA|&amp;ef_id=:G:s&amp;msclkid=bfc06a9d52e616713efc003cdd126c7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0" y="1140542"/>
            <a:ext cx="6666341" cy="528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26056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b="1" dirty="0"/>
              <a:t>Development of a Real-time Airfare Price Index for India through Automated Web Scraping of Airline and Online Travel Aggregator Portals for Augmentation of the Consumer Price Index (CPI).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Woven tech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78658"/>
            <a:ext cx="1251857" cy="66859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Woven tech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916" y="1502"/>
            <a:ext cx="2119020" cy="59457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FEDD76A-A056-2F28-90A0-450AC5101439}"/>
              </a:ext>
            </a:extLst>
          </p:cNvPr>
          <p:cNvSpPr/>
          <p:nvPr/>
        </p:nvSpPr>
        <p:spPr>
          <a:xfrm>
            <a:off x="260350" y="1711202"/>
            <a:ext cx="3141609" cy="369673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CE5F423-A4B7-715B-FE03-1614BC863899}"/>
              </a:ext>
            </a:extLst>
          </p:cNvPr>
          <p:cNvSpPr/>
          <p:nvPr/>
        </p:nvSpPr>
        <p:spPr>
          <a:xfrm>
            <a:off x="3688342" y="1101213"/>
            <a:ext cx="4895221" cy="5620263"/>
          </a:xfrm>
          <a:prstGeom prst="roundRect">
            <a:avLst/>
          </a:prstGeom>
          <a:solidFill>
            <a:srgbClr val="AAC5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D9BC342-7C15-3DC9-BB04-D817D9949DFD}"/>
              </a:ext>
            </a:extLst>
          </p:cNvPr>
          <p:cNvSpPr/>
          <p:nvPr/>
        </p:nvSpPr>
        <p:spPr>
          <a:xfrm>
            <a:off x="8839200" y="1720840"/>
            <a:ext cx="3072188" cy="3677264"/>
          </a:xfrm>
          <a:prstGeom prst="roundRect">
            <a:avLst/>
          </a:prstGeom>
          <a:solidFill>
            <a:srgbClr val="BDBD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BAE690B-1880-5CA3-3137-8F8C6E7EC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8935" y="5372200"/>
            <a:ext cx="1578304" cy="14858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1AE09EA-9DF6-918A-0629-D9B85A15C9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2671" y="560440"/>
            <a:ext cx="1414479" cy="82099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75D3136-FA51-E1C2-16FB-9E6C83C89EB5}"/>
              </a:ext>
            </a:extLst>
          </p:cNvPr>
          <p:cNvSpPr txBox="1"/>
          <p:nvPr/>
        </p:nvSpPr>
        <p:spPr>
          <a:xfrm>
            <a:off x="412955" y="1278194"/>
            <a:ext cx="2075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Why Problem</a:t>
            </a:r>
            <a:endParaRPr lang="en-IN" b="1" dirty="0"/>
          </a:p>
          <a:p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64126F-CC57-C7BA-1995-8B7C7F88284E}"/>
              </a:ext>
            </a:extLst>
          </p:cNvPr>
          <p:cNvSpPr txBox="1"/>
          <p:nvPr/>
        </p:nvSpPr>
        <p:spPr>
          <a:xfrm>
            <a:off x="280612" y="1804415"/>
            <a:ext cx="327538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 Airfare is dynamic </a:t>
            </a:r>
            <a:r>
              <a:rPr lang="en-US" dirty="0"/>
              <a:t>vary with </a:t>
            </a:r>
            <a:br>
              <a:rPr lang="en-US" dirty="0"/>
            </a:br>
            <a:r>
              <a:rPr lang="en-US" dirty="0"/>
              <a:t>  advance booking window ,</a:t>
            </a:r>
            <a:br>
              <a:rPr lang="en-US" dirty="0"/>
            </a:br>
            <a:r>
              <a:rPr lang="en-US" dirty="0"/>
              <a:t>  festival seasons, route basis .</a:t>
            </a:r>
            <a:br>
              <a:rPr lang="en-US" dirty="0"/>
            </a:br>
            <a:endParaRPr lang="en-US" dirty="0"/>
          </a:p>
          <a:p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CPI</a:t>
            </a:r>
            <a:r>
              <a:rPr lang="en-US" dirty="0"/>
              <a:t> only provides state specific</a:t>
            </a:r>
            <a:br>
              <a:rPr lang="en-US" dirty="0"/>
            </a:br>
            <a:r>
              <a:rPr lang="en-US" dirty="0"/>
              <a:t>  data that is also monthly basis .</a:t>
            </a:r>
            <a:br>
              <a:rPr lang="en-US" dirty="0"/>
            </a:br>
            <a:endParaRPr lang="en-US" dirty="0"/>
          </a:p>
          <a:p>
            <a:r>
              <a:rPr lang="en-US" dirty="0"/>
              <a:t> Currently airfare inflation is   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 calculated manually with only</a:t>
            </a:r>
          </a:p>
          <a:p>
            <a:r>
              <a:rPr lang="en-US" b="1" dirty="0">
                <a:solidFill>
                  <a:srgbClr val="FF0000"/>
                </a:solidFill>
              </a:rPr>
              <a:t> 10% of data </a:t>
            </a:r>
            <a:r>
              <a:rPr lang="en-US" b="1" dirty="0">
                <a:solidFill>
                  <a:srgbClr val="010000"/>
                </a:solidFill>
              </a:rPr>
              <a:t>.</a:t>
            </a:r>
            <a:br>
              <a:rPr lang="en-US" dirty="0"/>
            </a:br>
            <a:endParaRPr lang="en-IN" dirty="0"/>
          </a:p>
          <a:p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0A9D40-F0DA-5507-BF68-AB6FE0A789E6}"/>
              </a:ext>
            </a:extLst>
          </p:cNvPr>
          <p:cNvSpPr txBox="1"/>
          <p:nvPr/>
        </p:nvSpPr>
        <p:spPr>
          <a:xfrm>
            <a:off x="8972976" y="1788736"/>
            <a:ext cx="29384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Show real time and high</a:t>
            </a:r>
            <a:br>
              <a:rPr lang="en-US" dirty="0"/>
            </a:br>
            <a:r>
              <a:rPr lang="en-US" dirty="0"/>
              <a:t>frequency data 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Route - level intelligence 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Booking window analysis 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Use DGCA traffic statistics for</a:t>
            </a:r>
            <a:br>
              <a:rPr lang="en-IN" dirty="0"/>
            </a:br>
            <a:r>
              <a:rPr lang="en-IN" dirty="0"/>
              <a:t>route prioritization 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717FD7-6A82-CE8A-7A85-A46464EFCE90}"/>
              </a:ext>
            </a:extLst>
          </p:cNvPr>
          <p:cNvSpPr txBox="1"/>
          <p:nvPr/>
        </p:nvSpPr>
        <p:spPr>
          <a:xfrm>
            <a:off x="3811635" y="1322011"/>
            <a:ext cx="490570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 err="1"/>
              <a:t>APIx</a:t>
            </a:r>
            <a:r>
              <a:rPr lang="en-US" b="1" dirty="0"/>
              <a:t>  frequently collects automated Real-</a:t>
            </a:r>
            <a:br>
              <a:rPr lang="en-US" b="1" dirty="0"/>
            </a:br>
            <a:r>
              <a:rPr lang="en-US" b="1" dirty="0"/>
              <a:t>  Time airfare data </a:t>
            </a:r>
            <a:r>
              <a:rPr lang="en-US" dirty="0">
                <a:solidFill>
                  <a:srgbClr val="FF0000"/>
                </a:solidFill>
              </a:rPr>
              <a:t>using Python + Playwright 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Collects data from </a:t>
            </a:r>
            <a:r>
              <a:rPr lang="en-US" b="1" dirty="0"/>
              <a:t>major airlines and OTAs</a:t>
            </a:r>
            <a:br>
              <a:rPr lang="en-US" dirty="0"/>
            </a:br>
            <a:r>
              <a:rPr lang="en-US" dirty="0"/>
              <a:t>  (Online Travel Aggregators) websites 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</a:t>
            </a:r>
            <a:r>
              <a:rPr lang="en-US" b="1" dirty="0"/>
              <a:t>Gather fares from multiple Purchase windows</a:t>
            </a:r>
            <a:br>
              <a:rPr lang="en-US" dirty="0"/>
            </a:br>
            <a:r>
              <a:rPr lang="en-US" dirty="0"/>
              <a:t>  ex- T+1,T+7,T+15,T+30 days to observe how</a:t>
            </a:r>
            <a:br>
              <a:rPr lang="en-US" dirty="0"/>
            </a:br>
            <a:r>
              <a:rPr lang="en-US" dirty="0"/>
              <a:t>  airfare changes with booking time.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  </a:t>
            </a:r>
            <a:r>
              <a:rPr lang="en-US" b="1" dirty="0"/>
              <a:t>Detect duplicate flights </a:t>
            </a:r>
            <a:r>
              <a:rPr lang="en-US" dirty="0"/>
              <a:t>appearing</a:t>
            </a:r>
            <a:r>
              <a:rPr lang="en-US" b="1" dirty="0"/>
              <a:t> </a:t>
            </a:r>
            <a:r>
              <a:rPr lang="en-US" dirty="0"/>
              <a:t>on different  </a:t>
            </a:r>
            <a:br>
              <a:rPr lang="en-US" dirty="0"/>
            </a:br>
            <a:r>
              <a:rPr lang="en-US" dirty="0"/>
              <a:t>  websites and group them together.</a:t>
            </a:r>
            <a:br>
              <a:rPr lang="en-US" dirty="0"/>
            </a:br>
            <a:endParaRPr lang="en-US" dirty="0"/>
          </a:p>
          <a:p>
            <a:r>
              <a:rPr lang="en-US" dirty="0"/>
              <a:t>  </a:t>
            </a:r>
            <a:r>
              <a:rPr lang="en-US" dirty="0">
                <a:solidFill>
                  <a:srgbClr val="FF0000"/>
                </a:solidFill>
              </a:rPr>
              <a:t>Use weighted median </a:t>
            </a:r>
            <a:r>
              <a:rPr lang="en-US" dirty="0"/>
              <a:t>method to calculate a </a:t>
            </a:r>
            <a:br>
              <a:rPr lang="en-US" dirty="0"/>
            </a:br>
            <a:r>
              <a:rPr lang="en-US" dirty="0"/>
              <a:t>  representative fare for each flight/route.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  </a:t>
            </a:r>
            <a:r>
              <a:rPr lang="en-US" b="1" dirty="0"/>
              <a:t>Provide route specific data, price trend, show</a:t>
            </a:r>
            <a:br>
              <a:rPr lang="en-US" b="1" dirty="0"/>
            </a:br>
            <a:r>
              <a:rPr lang="en-US" b="1" dirty="0"/>
              <a:t>  heatmap </a:t>
            </a:r>
            <a:r>
              <a:rPr lang="en-US" dirty="0"/>
              <a:t>and anomaly alerts to DGCA.</a:t>
            </a:r>
          </a:p>
          <a:p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E0D66D-2013-DFCB-34EA-D9C56F7BF13E}"/>
              </a:ext>
            </a:extLst>
          </p:cNvPr>
          <p:cNvSpPr txBox="1"/>
          <p:nvPr/>
        </p:nvSpPr>
        <p:spPr>
          <a:xfrm>
            <a:off x="4344151" y="67958"/>
            <a:ext cx="3579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APIx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– Airfare Price Index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38388CA-A689-4227-28BA-609B9B056760}"/>
              </a:ext>
            </a:extLst>
          </p:cNvPr>
          <p:cNvCxnSpPr/>
          <p:nvPr/>
        </p:nvCxnSpPr>
        <p:spPr>
          <a:xfrm>
            <a:off x="5289755" y="412955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E722B38-A3DE-BECC-4BF3-F5BEEF162C81}"/>
              </a:ext>
            </a:extLst>
          </p:cNvPr>
          <p:cNvSpPr txBox="1"/>
          <p:nvPr/>
        </p:nvSpPr>
        <p:spPr>
          <a:xfrm>
            <a:off x="4167412" y="776749"/>
            <a:ext cx="2696428" cy="373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Proposed Solution</a:t>
            </a:r>
            <a:endParaRPr lang="en-IN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AEE2C-ABDC-829A-6849-63BAD4769EF2}"/>
              </a:ext>
            </a:extLst>
          </p:cNvPr>
          <p:cNvSpPr txBox="1"/>
          <p:nvPr/>
        </p:nvSpPr>
        <p:spPr>
          <a:xfrm>
            <a:off x="8972976" y="1341870"/>
            <a:ext cx="1732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Uniqueness</a:t>
            </a:r>
            <a:endParaRPr lang="en-IN" b="1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DCD6D11-FFA4-3EB4-AF4F-B0B712140A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1885" y="2093593"/>
            <a:ext cx="915014" cy="48060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7944CA2-8EF7-29F6-6569-86EDD14F44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53" y="1769226"/>
            <a:ext cx="763004" cy="45720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12AA134-D41D-45B5-F217-BAE84DBD2D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6739" y="1272599"/>
            <a:ext cx="915014" cy="48060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F98E812-2220-3EBE-2A20-2A58AA2F8F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3045" y="3700037"/>
            <a:ext cx="806049" cy="42261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461A5D5-018A-4CBA-E683-EAD55593E2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368" y="2847486"/>
            <a:ext cx="763004" cy="45555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55EED8EB-8936-156E-4E01-7A9ED76918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9910" y="2914588"/>
            <a:ext cx="915014" cy="48060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FD42F155-E232-9092-3842-5C8DA5A389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022" y="3051906"/>
            <a:ext cx="915014" cy="59099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60580B2-AEA4-0D26-B15B-F7A631E8EE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776" y="2500637"/>
            <a:ext cx="915014" cy="590991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A0672233-EB84-1F6B-979C-184DFD6ECD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4353" y="4819890"/>
            <a:ext cx="915014" cy="526043"/>
          </a:xfrm>
          <a:prstGeom prst="rect">
            <a:avLst/>
          </a:prstGeom>
        </p:spPr>
      </p:pic>
      <p:pic>
        <p:nvPicPr>
          <p:cNvPr id="15360" name="Picture 15359">
            <a:extLst>
              <a:ext uri="{FF2B5EF4-FFF2-40B4-BE49-F238E27FC236}">
                <a16:creationId xmlns:a16="http://schemas.microsoft.com/office/drawing/2014/main" id="{81CA0E3E-1E81-6341-8008-75C6EF898B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4353" y="5651632"/>
            <a:ext cx="915014" cy="526043"/>
          </a:xfrm>
          <a:prstGeom prst="rect">
            <a:avLst/>
          </a:prstGeom>
        </p:spPr>
      </p:pic>
      <p:pic>
        <p:nvPicPr>
          <p:cNvPr id="15363" name="Picture 15362">
            <a:extLst>
              <a:ext uri="{FF2B5EF4-FFF2-40B4-BE49-F238E27FC236}">
                <a16:creationId xmlns:a16="http://schemas.microsoft.com/office/drawing/2014/main" id="{E154D356-E805-56A6-C623-01D9C4ADB7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8796" y="4030345"/>
            <a:ext cx="886128" cy="459616"/>
          </a:xfrm>
          <a:prstGeom prst="rect">
            <a:avLst/>
          </a:prstGeom>
        </p:spPr>
      </p:pic>
      <p:pic>
        <p:nvPicPr>
          <p:cNvPr id="15365" name="Picture 15364">
            <a:extLst>
              <a:ext uri="{FF2B5EF4-FFF2-40B4-BE49-F238E27FC236}">
                <a16:creationId xmlns:a16="http://schemas.microsoft.com/office/drawing/2014/main" id="{EB6646D6-4937-A0F6-0492-43DB197582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5764" y="1709652"/>
            <a:ext cx="915014" cy="5909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39EFF3-D74F-0F5C-F81F-B48E2AF4D0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2182" y="725448"/>
            <a:ext cx="1278045" cy="9339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8B780B-6DB6-01D1-C221-7B8DAAC949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5469" y="3593243"/>
            <a:ext cx="915014" cy="5909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35975" y="1501"/>
            <a:ext cx="1345656" cy="70792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Woven tech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2323424" cy="7079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D58361-303A-C05B-767F-22825F8C8C4F}"/>
              </a:ext>
            </a:extLst>
          </p:cNvPr>
          <p:cNvSpPr txBox="1"/>
          <p:nvPr/>
        </p:nvSpPr>
        <p:spPr>
          <a:xfrm>
            <a:off x="1976284" y="26743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24" name="Picture 23" descr="h">
            <a:extLst>
              <a:ext uri="{FF2B5EF4-FFF2-40B4-BE49-F238E27FC236}">
                <a16:creationId xmlns:a16="http://schemas.microsoft.com/office/drawing/2014/main" id="{5796F26C-7F5D-39F7-3BA3-D7EC4C122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22" y="936108"/>
            <a:ext cx="8471833" cy="587285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8E39CD9-E27C-E4EA-4D98-F586C38DE159}"/>
              </a:ext>
            </a:extLst>
          </p:cNvPr>
          <p:cNvSpPr txBox="1"/>
          <p:nvPr/>
        </p:nvSpPr>
        <p:spPr>
          <a:xfrm>
            <a:off x="1492094" y="1500"/>
            <a:ext cx="6963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                               </a:t>
            </a:r>
            <a:r>
              <a:rPr lang="en-US" sz="3200" b="1" u="sng" dirty="0">
                <a:solidFill>
                  <a:schemeClr val="accent5">
                    <a:lumMod val="75000"/>
                  </a:schemeClr>
                </a:solidFill>
              </a:rPr>
              <a:t>System Architecture</a:t>
            </a:r>
            <a:endParaRPr lang="en-IN" sz="3200" b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881FD926-57AF-EF37-2F38-C6850EA311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1610" y="2119596"/>
            <a:ext cx="991316" cy="76786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0AD02D3-F9A5-5A99-4466-A30994E5F9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4449" y="2231876"/>
            <a:ext cx="570656" cy="46991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136B8AAF-75B4-F42C-9DE6-2A8BA3A96F95}"/>
              </a:ext>
            </a:extLst>
          </p:cNvPr>
          <p:cNvSpPr txBox="1"/>
          <p:nvPr/>
        </p:nvSpPr>
        <p:spPr>
          <a:xfrm>
            <a:off x="2214449" y="2625459"/>
            <a:ext cx="961876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Python</a:t>
            </a:r>
            <a:endParaRPr lang="en-IN" sz="12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60FE330-956A-3896-979C-E02BFA203958}"/>
              </a:ext>
            </a:extLst>
          </p:cNvPr>
          <p:cNvCxnSpPr>
            <a:cxnSpLocks/>
          </p:cNvCxnSpPr>
          <p:nvPr/>
        </p:nvCxnSpPr>
        <p:spPr>
          <a:xfrm flipV="1">
            <a:off x="2752377" y="2463166"/>
            <a:ext cx="462771" cy="47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70" name="Picture 69">
            <a:extLst>
              <a:ext uri="{FF2B5EF4-FFF2-40B4-BE49-F238E27FC236}">
                <a16:creationId xmlns:a16="http://schemas.microsoft.com/office/drawing/2014/main" id="{68E908D4-9543-217E-1085-AA542A635A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7694" y="2231876"/>
            <a:ext cx="523238" cy="427348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3668366E-86AD-4534-92F1-6701A35737C2}"/>
              </a:ext>
            </a:extLst>
          </p:cNvPr>
          <p:cNvSpPr txBox="1"/>
          <p:nvPr/>
        </p:nvSpPr>
        <p:spPr>
          <a:xfrm>
            <a:off x="6385227" y="2611742"/>
            <a:ext cx="1442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Storage</a:t>
            </a:r>
            <a:endParaRPr lang="en-IN" sz="12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D18433B-C318-A4F0-C3C7-A9F8CFDDA90D}"/>
              </a:ext>
            </a:extLst>
          </p:cNvPr>
          <p:cNvCxnSpPr>
            <a:cxnSpLocks/>
          </p:cNvCxnSpPr>
          <p:nvPr/>
        </p:nvCxnSpPr>
        <p:spPr>
          <a:xfrm>
            <a:off x="5981168" y="2467898"/>
            <a:ext cx="4123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1FD7313-D37B-E7E8-9A9B-69A56ADB9A10}"/>
              </a:ext>
            </a:extLst>
          </p:cNvPr>
          <p:cNvSpPr txBox="1"/>
          <p:nvPr/>
        </p:nvSpPr>
        <p:spPr>
          <a:xfrm rot="10800000" flipV="1">
            <a:off x="1581626" y="3565167"/>
            <a:ext cx="190882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Data cleaning</a:t>
            </a:r>
            <a:br>
              <a:rPr lang="en-US" sz="1050" dirty="0"/>
            </a:br>
            <a:r>
              <a:rPr lang="en-US" sz="1050" dirty="0"/>
              <a:t>and normalization</a:t>
            </a:r>
            <a:endParaRPr lang="en-IN" sz="105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C2F761-0512-C9D6-9696-2B842640F024}"/>
              </a:ext>
            </a:extLst>
          </p:cNvPr>
          <p:cNvSpPr txBox="1"/>
          <p:nvPr/>
        </p:nvSpPr>
        <p:spPr>
          <a:xfrm>
            <a:off x="2689285" y="3687098"/>
            <a:ext cx="165426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050" dirty="0"/>
          </a:p>
          <a:p>
            <a:endParaRPr lang="en-IN" sz="105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56BAC2-A1CE-01CA-636D-A4749DFF4F90}"/>
              </a:ext>
            </a:extLst>
          </p:cNvPr>
          <p:cNvSpPr txBox="1"/>
          <p:nvPr/>
        </p:nvSpPr>
        <p:spPr>
          <a:xfrm>
            <a:off x="3376249" y="3586509"/>
            <a:ext cx="15236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Weighted</a:t>
            </a:r>
            <a:br>
              <a:rPr lang="en-US" sz="1100" dirty="0"/>
            </a:br>
            <a:r>
              <a:rPr lang="en-US" sz="1100" dirty="0"/>
              <a:t>median</a:t>
            </a:r>
            <a:endParaRPr lang="en-IN" sz="11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F9C03DB-1238-D13F-B878-3DBECDFFDB60}"/>
              </a:ext>
            </a:extLst>
          </p:cNvPr>
          <p:cNvCxnSpPr>
            <a:cxnSpLocks/>
          </p:cNvCxnSpPr>
          <p:nvPr/>
        </p:nvCxnSpPr>
        <p:spPr>
          <a:xfrm flipV="1">
            <a:off x="2564308" y="3426633"/>
            <a:ext cx="650840" cy="47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55A371F-94F8-9BE9-6D8B-19D18ECCFFF5}"/>
              </a:ext>
            </a:extLst>
          </p:cNvPr>
          <p:cNvCxnSpPr>
            <a:cxnSpLocks/>
          </p:cNvCxnSpPr>
          <p:nvPr/>
        </p:nvCxnSpPr>
        <p:spPr>
          <a:xfrm flipV="1">
            <a:off x="4135557" y="3426633"/>
            <a:ext cx="633177" cy="47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16" name="Picture 115">
            <a:extLst>
              <a:ext uri="{FF2B5EF4-FFF2-40B4-BE49-F238E27FC236}">
                <a16:creationId xmlns:a16="http://schemas.microsoft.com/office/drawing/2014/main" id="{C1ADC80E-B61D-E173-87B0-47F4007053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271" y="3158306"/>
            <a:ext cx="926162" cy="439695"/>
          </a:xfrm>
          <a:prstGeom prst="rect">
            <a:avLst/>
          </a:prstGeom>
        </p:spPr>
      </p:pic>
      <p:sp>
        <p:nvSpPr>
          <p:cNvPr id="123" name="Rectangle 122">
            <a:extLst>
              <a:ext uri="{FF2B5EF4-FFF2-40B4-BE49-F238E27FC236}">
                <a16:creationId xmlns:a16="http://schemas.microsoft.com/office/drawing/2014/main" id="{A42537E9-4731-1495-6F3F-F452573F65F2}"/>
              </a:ext>
            </a:extLst>
          </p:cNvPr>
          <p:cNvSpPr/>
          <p:nvPr/>
        </p:nvSpPr>
        <p:spPr>
          <a:xfrm>
            <a:off x="7748380" y="2863677"/>
            <a:ext cx="1429957" cy="3665519"/>
          </a:xfrm>
          <a:prstGeom prst="rect">
            <a:avLst/>
          </a:prstGeom>
          <a:solidFill>
            <a:srgbClr val="9EECD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</a:t>
            </a:r>
            <a:endParaRPr lang="en-IN" sz="1600" dirty="0">
              <a:solidFill>
                <a:schemeClr val="tx1"/>
              </a:solidFill>
            </a:endParaRP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DB1981A8-BC45-F2DC-4AB5-FC53F868641E}"/>
              </a:ext>
            </a:extLst>
          </p:cNvPr>
          <p:cNvCxnSpPr>
            <a:cxnSpLocks/>
          </p:cNvCxnSpPr>
          <p:nvPr/>
        </p:nvCxnSpPr>
        <p:spPr>
          <a:xfrm>
            <a:off x="7708412" y="4188542"/>
            <a:ext cx="1469925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C1851F1-7ED2-4239-D214-74DAD45BF215}"/>
              </a:ext>
            </a:extLst>
          </p:cNvPr>
          <p:cNvCxnSpPr>
            <a:cxnSpLocks/>
          </p:cNvCxnSpPr>
          <p:nvPr/>
        </p:nvCxnSpPr>
        <p:spPr>
          <a:xfrm>
            <a:off x="7708412" y="5417574"/>
            <a:ext cx="1469925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6A2C88C2-18C6-9DED-FD70-1C7F6628FD08}"/>
              </a:ext>
            </a:extLst>
          </p:cNvPr>
          <p:cNvSpPr txBox="1"/>
          <p:nvPr/>
        </p:nvSpPr>
        <p:spPr>
          <a:xfrm>
            <a:off x="8056445" y="2782580"/>
            <a:ext cx="1347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Government Analysts</a:t>
            </a:r>
            <a:endParaRPr lang="en-IN" sz="1600" dirty="0"/>
          </a:p>
        </p:txBody>
      </p:sp>
      <p:pic>
        <p:nvPicPr>
          <p:cNvPr id="149" name="Picture 148">
            <a:extLst>
              <a:ext uri="{FF2B5EF4-FFF2-40B4-BE49-F238E27FC236}">
                <a16:creationId xmlns:a16="http://schemas.microsoft.com/office/drawing/2014/main" id="{7FFD43F7-6C02-F4E8-88CA-BE0616DBA8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9272" y="2854227"/>
            <a:ext cx="566319" cy="399492"/>
          </a:xfrm>
          <a:prstGeom prst="rect">
            <a:avLst/>
          </a:prstGeom>
        </p:spPr>
      </p:pic>
      <p:sp>
        <p:nvSpPr>
          <p:cNvPr id="150" name="TextBox 149">
            <a:extLst>
              <a:ext uri="{FF2B5EF4-FFF2-40B4-BE49-F238E27FC236}">
                <a16:creationId xmlns:a16="http://schemas.microsoft.com/office/drawing/2014/main" id="{3D10C326-B7E0-810D-948F-A624166A16BD}"/>
              </a:ext>
            </a:extLst>
          </p:cNvPr>
          <p:cNvSpPr txBox="1"/>
          <p:nvPr/>
        </p:nvSpPr>
        <p:spPr>
          <a:xfrm>
            <a:off x="8141110" y="4143610"/>
            <a:ext cx="1262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DGCA/</a:t>
            </a:r>
            <a:br>
              <a:rPr lang="en-US" sz="1600" dirty="0"/>
            </a:br>
            <a:r>
              <a:rPr lang="en-US" sz="1600" dirty="0"/>
              <a:t>Regulators</a:t>
            </a:r>
            <a:endParaRPr lang="en-IN" sz="1600" dirty="0"/>
          </a:p>
        </p:txBody>
      </p:sp>
      <p:pic>
        <p:nvPicPr>
          <p:cNvPr id="152" name="Picture 151">
            <a:extLst>
              <a:ext uri="{FF2B5EF4-FFF2-40B4-BE49-F238E27FC236}">
                <a16:creationId xmlns:a16="http://schemas.microsoft.com/office/drawing/2014/main" id="{B2886BF0-45A3-FEF3-9FE5-77FBD5F389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2418" y="4182389"/>
            <a:ext cx="341744" cy="414184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C7999C6B-1C52-0CEC-9999-AF0639A7B6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36220" y="5430447"/>
            <a:ext cx="361401" cy="346387"/>
          </a:xfrm>
          <a:prstGeom prst="rect">
            <a:avLst/>
          </a:prstGeom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2EF2A78E-EAFE-1F83-3E30-5E947FFF44DE}"/>
              </a:ext>
            </a:extLst>
          </p:cNvPr>
          <p:cNvSpPr txBox="1"/>
          <p:nvPr/>
        </p:nvSpPr>
        <p:spPr>
          <a:xfrm>
            <a:off x="8056445" y="5337117"/>
            <a:ext cx="1446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Public/</a:t>
            </a:r>
            <a:br>
              <a:rPr lang="en-US" sz="1600" dirty="0"/>
            </a:br>
            <a:r>
              <a:rPr lang="en-US" sz="1600" dirty="0"/>
              <a:t>Researchers</a:t>
            </a:r>
            <a:endParaRPr lang="en-IN" sz="1600" dirty="0"/>
          </a:p>
        </p:txBody>
      </p:sp>
      <p:pic>
        <p:nvPicPr>
          <p:cNvPr id="157" name="Picture 156">
            <a:extLst>
              <a:ext uri="{FF2B5EF4-FFF2-40B4-BE49-F238E27FC236}">
                <a16:creationId xmlns:a16="http://schemas.microsoft.com/office/drawing/2014/main" id="{93A59E98-B583-4D7A-B93F-C78C7EFA092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5536" y="3110766"/>
            <a:ext cx="762451" cy="592177"/>
          </a:xfrm>
          <a:prstGeom prst="rect">
            <a:avLst/>
          </a:prstGeom>
        </p:spPr>
      </p:pic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3976772D-2BF7-E5E7-F021-878B19488933}"/>
              </a:ext>
            </a:extLst>
          </p:cNvPr>
          <p:cNvCxnSpPr>
            <a:cxnSpLocks/>
          </p:cNvCxnSpPr>
          <p:nvPr/>
        </p:nvCxnSpPr>
        <p:spPr>
          <a:xfrm>
            <a:off x="5918412" y="3385266"/>
            <a:ext cx="4668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72" name="Picture 171">
            <a:extLst>
              <a:ext uri="{FF2B5EF4-FFF2-40B4-BE49-F238E27FC236}">
                <a16:creationId xmlns:a16="http://schemas.microsoft.com/office/drawing/2014/main" id="{C4387BA9-D127-2582-C6DB-344F91ADCB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2723" y="4335441"/>
            <a:ext cx="1739654" cy="757861"/>
          </a:xfrm>
          <a:prstGeom prst="rect">
            <a:avLst/>
          </a:prstGeom>
        </p:spPr>
      </p:pic>
      <p:pic>
        <p:nvPicPr>
          <p:cNvPr id="175" name="Picture 174">
            <a:extLst>
              <a:ext uri="{FF2B5EF4-FFF2-40B4-BE49-F238E27FC236}">
                <a16:creationId xmlns:a16="http://schemas.microsoft.com/office/drawing/2014/main" id="{DB1E9CC6-1AEC-9241-1B1B-13B812115DD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6506" y="5195297"/>
            <a:ext cx="1761608" cy="970282"/>
          </a:xfrm>
          <a:prstGeom prst="rect">
            <a:avLst/>
          </a:prstGeom>
        </p:spPr>
      </p:pic>
      <p:pic>
        <p:nvPicPr>
          <p:cNvPr id="180" name="Picture 179">
            <a:extLst>
              <a:ext uri="{FF2B5EF4-FFF2-40B4-BE49-F238E27FC236}">
                <a16:creationId xmlns:a16="http://schemas.microsoft.com/office/drawing/2014/main" id="{49E0E970-6897-1D93-6487-D9ABCEF6E7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3016" y="5353287"/>
            <a:ext cx="1142665" cy="741631"/>
          </a:xfrm>
          <a:prstGeom prst="rect">
            <a:avLst/>
          </a:prstGeom>
        </p:spPr>
      </p:pic>
      <p:sp>
        <p:nvSpPr>
          <p:cNvPr id="181" name="TextBox 180">
            <a:extLst>
              <a:ext uri="{FF2B5EF4-FFF2-40B4-BE49-F238E27FC236}">
                <a16:creationId xmlns:a16="http://schemas.microsoft.com/office/drawing/2014/main" id="{92FF8AB5-C307-7BD1-6E5F-E6EACBA20467}"/>
              </a:ext>
            </a:extLst>
          </p:cNvPr>
          <p:cNvSpPr txBox="1"/>
          <p:nvPr/>
        </p:nvSpPr>
        <p:spPr>
          <a:xfrm>
            <a:off x="2889729" y="4537494"/>
            <a:ext cx="1072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API</a:t>
            </a:r>
            <a:endParaRPr lang="en-IN" dirty="0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AC258128-8776-44B3-78C8-B84A283176FD}"/>
              </a:ext>
            </a:extLst>
          </p:cNvPr>
          <p:cNvSpPr/>
          <p:nvPr/>
        </p:nvSpPr>
        <p:spPr>
          <a:xfrm>
            <a:off x="2689285" y="4341340"/>
            <a:ext cx="1188166" cy="645944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Index API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75DA58F4-6B21-2EAC-2EA1-ECEC0560BB65}"/>
              </a:ext>
            </a:extLst>
          </p:cNvPr>
          <p:cNvSpPr/>
          <p:nvPr/>
        </p:nvSpPr>
        <p:spPr>
          <a:xfrm>
            <a:off x="3982387" y="4341340"/>
            <a:ext cx="1060008" cy="680660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Route</a:t>
            </a:r>
            <a:br>
              <a:rPr lang="en-US" dirty="0"/>
            </a:br>
            <a:r>
              <a:rPr lang="en-US" dirty="0"/>
              <a:t>API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7EA2659B-1B46-6377-DCD6-CB543DA703FB}"/>
              </a:ext>
            </a:extLst>
          </p:cNvPr>
          <p:cNvSpPr/>
          <p:nvPr/>
        </p:nvSpPr>
        <p:spPr>
          <a:xfrm>
            <a:off x="5141536" y="4389481"/>
            <a:ext cx="1060008" cy="632519"/>
          </a:xfrm>
          <a:prstGeom prst="ellipse">
            <a:avLst/>
          </a:prstGeom>
          <a:solidFill>
            <a:srgbClr val="EA22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Trend API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E6905C7E-9438-683F-AF57-BB968BEB3A2F}"/>
              </a:ext>
            </a:extLst>
          </p:cNvPr>
          <p:cNvSpPr/>
          <p:nvPr/>
        </p:nvSpPr>
        <p:spPr>
          <a:xfrm>
            <a:off x="6262691" y="4362362"/>
            <a:ext cx="979619" cy="640488"/>
          </a:xfrm>
          <a:prstGeom prst="ellipse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Data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API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A426A9C4-EC02-E0C5-4F56-A334880F18D1}"/>
              </a:ext>
            </a:extLst>
          </p:cNvPr>
          <p:cNvSpPr txBox="1"/>
          <p:nvPr/>
        </p:nvSpPr>
        <p:spPr>
          <a:xfrm>
            <a:off x="6168398" y="3640283"/>
            <a:ext cx="1508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Price Index</a:t>
            </a:r>
            <a:endParaRPr lang="en-IN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A83E6EB-91AF-EAE6-BE2C-87F5DF16D8BA}"/>
              </a:ext>
            </a:extLst>
          </p:cNvPr>
          <p:cNvSpPr txBox="1"/>
          <p:nvPr/>
        </p:nvSpPr>
        <p:spPr>
          <a:xfrm>
            <a:off x="4354266" y="3604700"/>
            <a:ext cx="2068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DGCA Route weighting</a:t>
            </a:r>
            <a:endParaRPr lang="en-IN" sz="1400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D92C2474-7F62-80AE-8CAF-260B4E347560}"/>
              </a:ext>
            </a:extLst>
          </p:cNvPr>
          <p:cNvSpPr txBox="1"/>
          <p:nvPr/>
        </p:nvSpPr>
        <p:spPr>
          <a:xfrm flipH="1">
            <a:off x="3644599" y="6156028"/>
            <a:ext cx="235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Price trends</a:t>
            </a:r>
            <a:endParaRPr lang="en-IN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92FE5BE-BCA9-B2EE-21E3-018219865C56}"/>
              </a:ext>
            </a:extLst>
          </p:cNvPr>
          <p:cNvSpPr txBox="1"/>
          <p:nvPr/>
        </p:nvSpPr>
        <p:spPr>
          <a:xfrm>
            <a:off x="6422977" y="6004948"/>
            <a:ext cx="1114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Anomaly </a:t>
            </a:r>
            <a:br>
              <a:rPr lang="en-US" sz="1400" dirty="0"/>
            </a:br>
            <a:r>
              <a:rPr lang="en-US" sz="1400" dirty="0"/>
              <a:t>Alert</a:t>
            </a:r>
            <a:endParaRPr lang="en-IN" sz="1400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E730579-C43B-CB44-8F8D-9E8772F4D10D}"/>
              </a:ext>
            </a:extLst>
          </p:cNvPr>
          <p:cNvSpPr txBox="1"/>
          <p:nvPr/>
        </p:nvSpPr>
        <p:spPr>
          <a:xfrm>
            <a:off x="5210772" y="5959910"/>
            <a:ext cx="908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Route Analysis</a:t>
            </a:r>
            <a:endParaRPr lang="en-IN" sz="1600" dirty="0"/>
          </a:p>
        </p:txBody>
      </p:sp>
      <p:pic>
        <p:nvPicPr>
          <p:cNvPr id="198" name="Picture 197">
            <a:extLst>
              <a:ext uri="{FF2B5EF4-FFF2-40B4-BE49-F238E27FC236}">
                <a16:creationId xmlns:a16="http://schemas.microsoft.com/office/drawing/2014/main" id="{23E5426A-04F3-60BF-90F2-487D5D947FE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8764" y="5373405"/>
            <a:ext cx="903437" cy="686913"/>
          </a:xfrm>
          <a:prstGeom prst="rect">
            <a:avLst/>
          </a:prstGeom>
        </p:spPr>
      </p:pic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CA606D3-6063-35D2-9391-2E51111EB361}"/>
              </a:ext>
            </a:extLst>
          </p:cNvPr>
          <p:cNvCxnSpPr>
            <a:cxnSpLocks/>
          </p:cNvCxnSpPr>
          <p:nvPr/>
        </p:nvCxnSpPr>
        <p:spPr>
          <a:xfrm>
            <a:off x="10052179" y="3119573"/>
            <a:ext cx="19151" cy="36893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04878E15-F267-757F-007F-9835259ED869}"/>
              </a:ext>
            </a:extLst>
          </p:cNvPr>
          <p:cNvSpPr txBox="1"/>
          <p:nvPr/>
        </p:nvSpPr>
        <p:spPr>
          <a:xfrm>
            <a:off x="10078906" y="2618729"/>
            <a:ext cx="1892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B2D71"/>
                </a:solidFill>
              </a:rPr>
              <a:t>  Tech Stack</a:t>
            </a:r>
            <a:endParaRPr lang="en-IN" sz="2800" b="1" dirty="0">
              <a:solidFill>
                <a:srgbClr val="EB2D71"/>
              </a:solidFill>
            </a:endParaRPr>
          </a:p>
        </p:txBody>
      </p:sp>
      <p:pic>
        <p:nvPicPr>
          <p:cNvPr id="208" name="Picture 207">
            <a:extLst>
              <a:ext uri="{FF2B5EF4-FFF2-40B4-BE49-F238E27FC236}">
                <a16:creationId xmlns:a16="http://schemas.microsoft.com/office/drawing/2014/main" id="{BEE8586A-8FB1-FB73-A44A-9DCA8786880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67260" y="3323930"/>
            <a:ext cx="622042" cy="865690"/>
          </a:xfrm>
          <a:prstGeom prst="rect">
            <a:avLst/>
          </a:prstGeom>
        </p:spPr>
      </p:pic>
      <p:pic>
        <p:nvPicPr>
          <p:cNvPr id="210" name="Picture 209">
            <a:extLst>
              <a:ext uri="{FF2B5EF4-FFF2-40B4-BE49-F238E27FC236}">
                <a16:creationId xmlns:a16="http://schemas.microsoft.com/office/drawing/2014/main" id="{8091B15D-D0CF-60AF-7B84-2F3E94725CD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13346" y="3367355"/>
            <a:ext cx="613457" cy="707923"/>
          </a:xfrm>
          <a:prstGeom prst="rect">
            <a:avLst/>
          </a:prstGeom>
        </p:spPr>
      </p:pic>
      <p:pic>
        <p:nvPicPr>
          <p:cNvPr id="212" name="Picture 211">
            <a:extLst>
              <a:ext uri="{FF2B5EF4-FFF2-40B4-BE49-F238E27FC236}">
                <a16:creationId xmlns:a16="http://schemas.microsoft.com/office/drawing/2014/main" id="{9306E328-A930-7BEF-F385-32A2A08423E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52179" y="3334110"/>
            <a:ext cx="633133" cy="865690"/>
          </a:xfrm>
          <a:prstGeom prst="rect">
            <a:avLst/>
          </a:prstGeom>
        </p:spPr>
      </p:pic>
      <p:pic>
        <p:nvPicPr>
          <p:cNvPr id="217" name="Picture 216">
            <a:extLst>
              <a:ext uri="{FF2B5EF4-FFF2-40B4-BE49-F238E27FC236}">
                <a16:creationId xmlns:a16="http://schemas.microsoft.com/office/drawing/2014/main" id="{28A74B4F-B12C-0932-2CFD-731562F12E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1667" y="5118487"/>
            <a:ext cx="601706" cy="707924"/>
          </a:xfrm>
          <a:prstGeom prst="rect">
            <a:avLst/>
          </a:prstGeom>
        </p:spPr>
      </p:pic>
      <p:pic>
        <p:nvPicPr>
          <p:cNvPr id="219" name="Picture 218">
            <a:extLst>
              <a:ext uri="{FF2B5EF4-FFF2-40B4-BE49-F238E27FC236}">
                <a16:creationId xmlns:a16="http://schemas.microsoft.com/office/drawing/2014/main" id="{7FD5749E-066C-2F2F-6CEB-F91FA4304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0490" y="3939504"/>
            <a:ext cx="860556" cy="1513863"/>
          </a:xfrm>
          <a:prstGeom prst="rect">
            <a:avLst/>
          </a:prstGeom>
        </p:spPr>
      </p:pic>
      <p:pic>
        <p:nvPicPr>
          <p:cNvPr id="221" name="Picture 220">
            <a:extLst>
              <a:ext uri="{FF2B5EF4-FFF2-40B4-BE49-F238E27FC236}">
                <a16:creationId xmlns:a16="http://schemas.microsoft.com/office/drawing/2014/main" id="{6D018037-B986-82BB-E88B-8F639B85689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03606" y="2171435"/>
            <a:ext cx="1077388" cy="767866"/>
          </a:xfrm>
          <a:prstGeom prst="rect">
            <a:avLst/>
          </a:prstGeom>
        </p:spPr>
      </p:pic>
      <p:pic>
        <p:nvPicPr>
          <p:cNvPr id="223" name="Picture 222">
            <a:extLst>
              <a:ext uri="{FF2B5EF4-FFF2-40B4-BE49-F238E27FC236}">
                <a16:creationId xmlns:a16="http://schemas.microsoft.com/office/drawing/2014/main" id="{824F609D-D147-31A2-BF66-EC6D065319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366898" y="4094641"/>
            <a:ext cx="795549" cy="9281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FA23A6-DEEF-98D1-BF7D-BEDC05EE2FA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24493" y="4159986"/>
            <a:ext cx="1069703" cy="9281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106E8EE-5FD8-08BB-D64F-E6270E6A4B7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155520" y="4921452"/>
            <a:ext cx="1069703" cy="97814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AC68CE1-D215-C905-72C8-3AC95430A88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43881" y="6018332"/>
            <a:ext cx="995116" cy="74324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6A8D7C6-6AE9-B439-BC0D-909EDA6A5A9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366898" y="5768312"/>
            <a:ext cx="789847" cy="97814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FFA7341-5ED4-6F4F-5A33-033449A765B1}"/>
              </a:ext>
            </a:extLst>
          </p:cNvPr>
          <p:cNvSpPr txBox="1"/>
          <p:nvPr/>
        </p:nvSpPr>
        <p:spPr>
          <a:xfrm>
            <a:off x="7555523" y="3412288"/>
            <a:ext cx="176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      </a:t>
            </a:r>
            <a:r>
              <a:rPr lang="en-US" sz="1600" dirty="0">
                <a:solidFill>
                  <a:srgbClr val="002060"/>
                </a:solidFill>
              </a:rPr>
              <a:t>Monitor Index</a:t>
            </a:r>
            <a:br>
              <a:rPr lang="en-US" sz="1600" dirty="0">
                <a:solidFill>
                  <a:srgbClr val="002060"/>
                </a:solidFill>
              </a:rPr>
            </a:br>
            <a:r>
              <a:rPr lang="en-US" sz="1600" dirty="0">
                <a:solidFill>
                  <a:srgbClr val="002060"/>
                </a:solidFill>
              </a:rPr>
              <a:t>      Route Analysis</a:t>
            </a:r>
            <a:endParaRPr lang="en-IN" sz="1600" dirty="0">
              <a:solidFill>
                <a:srgbClr val="00206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6012F4-686E-8DEF-BAC7-8DE646EA2A1F}"/>
              </a:ext>
            </a:extLst>
          </p:cNvPr>
          <p:cNvSpPr txBox="1"/>
          <p:nvPr/>
        </p:nvSpPr>
        <p:spPr>
          <a:xfrm>
            <a:off x="7941103" y="4734804"/>
            <a:ext cx="1417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</a:rPr>
              <a:t>Oversight</a:t>
            </a:r>
            <a:br>
              <a:rPr lang="en-US" sz="1600" dirty="0">
                <a:solidFill>
                  <a:srgbClr val="002060"/>
                </a:solidFill>
              </a:rPr>
            </a:br>
            <a:r>
              <a:rPr lang="en-US" sz="1600" dirty="0">
                <a:solidFill>
                  <a:srgbClr val="002060"/>
                </a:solidFill>
              </a:rPr>
              <a:t>Monitoring</a:t>
            </a:r>
            <a:endParaRPr lang="en-IN" sz="1600" dirty="0">
              <a:solidFill>
                <a:srgbClr val="00206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983589-67D7-911F-F8B2-01011AA005B0}"/>
              </a:ext>
            </a:extLst>
          </p:cNvPr>
          <p:cNvSpPr txBox="1"/>
          <p:nvPr/>
        </p:nvSpPr>
        <p:spPr>
          <a:xfrm>
            <a:off x="7941103" y="5895449"/>
            <a:ext cx="1558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</a:rPr>
              <a:t>View Insights</a:t>
            </a:r>
            <a:br>
              <a:rPr lang="en-US" sz="1600" dirty="0">
                <a:solidFill>
                  <a:srgbClr val="002060"/>
                </a:solidFill>
              </a:rPr>
            </a:br>
            <a:r>
              <a:rPr lang="en-US" sz="1600" dirty="0">
                <a:solidFill>
                  <a:srgbClr val="002060"/>
                </a:solidFill>
              </a:rPr>
              <a:t>&amp; trends</a:t>
            </a:r>
            <a:endParaRPr lang="en-IN" sz="1600" dirty="0">
              <a:solidFill>
                <a:srgbClr val="002060"/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40BE934-75D7-06C9-BC59-E3734E9207D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768503" y="3529502"/>
            <a:ext cx="140130" cy="15628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9B20ADC-94D7-42C1-E530-D8C68E9B453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769645" y="4855349"/>
            <a:ext cx="142421" cy="15419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A9E1A83-7A73-8949-45E8-D9C7980211F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764791" y="6025756"/>
            <a:ext cx="147275" cy="145917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F4C7D918-99B1-F633-1312-7E5E13E29F0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-474679" y="1163864"/>
            <a:ext cx="1966773" cy="1153390"/>
          </a:xfrm>
          <a:prstGeom prst="rect">
            <a:avLst/>
          </a:prstGeom>
        </p:spPr>
      </p:pic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9C451580-BDC8-5F6B-1DD3-A85273CC194A}"/>
              </a:ext>
            </a:extLst>
          </p:cNvPr>
          <p:cNvCxnSpPr>
            <a:cxnSpLocks/>
          </p:cNvCxnSpPr>
          <p:nvPr/>
        </p:nvCxnSpPr>
        <p:spPr>
          <a:xfrm>
            <a:off x="441393" y="2123768"/>
            <a:ext cx="691565" cy="487974"/>
          </a:xfrm>
          <a:prstGeom prst="bentConnector3">
            <a:avLst>
              <a:gd name="adj1" fmla="val 1661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C6E98B43-12B5-5D25-3D16-56BCEDB8B7BB}"/>
              </a:ext>
            </a:extLst>
          </p:cNvPr>
          <p:cNvSpPr txBox="1"/>
          <p:nvPr/>
        </p:nvSpPr>
        <p:spPr>
          <a:xfrm>
            <a:off x="-363794" y="27502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763EAAF-F15C-F502-076D-24391273946E}"/>
              </a:ext>
            </a:extLst>
          </p:cNvPr>
          <p:cNvSpPr txBox="1"/>
          <p:nvPr/>
        </p:nvSpPr>
        <p:spPr>
          <a:xfrm>
            <a:off x="94888" y="2611743"/>
            <a:ext cx="1226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Scheduler</a:t>
            </a:r>
            <a:br>
              <a:rPr lang="en-US" dirty="0"/>
            </a:br>
            <a:endParaRPr lang="en-IN" dirty="0"/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23C28178-DB34-D2CB-2959-B6DECD669F1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791997" y="3313847"/>
            <a:ext cx="613568" cy="332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31EFB6-1693-74CE-DC52-B478CC8BAF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22104" y="5098356"/>
            <a:ext cx="949949" cy="8324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456FB8-6BB6-8867-42AB-5246FF5E1B6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827846" y="3175121"/>
            <a:ext cx="1011358" cy="4327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FA8FD9-9FAA-1C4B-B606-F36E8E867FF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877451" y="599064"/>
            <a:ext cx="2596295" cy="14047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581630" y="1500"/>
            <a:ext cx="8053983" cy="69659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97540"/>
            <a:ext cx="1251857" cy="60055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Woven tech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2249850" cy="844074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45B9161-E103-F8B7-824C-0A21442EF9CA}"/>
              </a:ext>
            </a:extLst>
          </p:cNvPr>
          <p:cNvSpPr/>
          <p:nvPr/>
        </p:nvSpPr>
        <p:spPr>
          <a:xfrm>
            <a:off x="245803" y="1297858"/>
            <a:ext cx="5683047" cy="2786776"/>
          </a:xfrm>
          <a:prstGeom prst="roundRect">
            <a:avLst/>
          </a:prstGeom>
          <a:solidFill>
            <a:srgbClr val="BDBDF9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79E0F-7A7D-AEB6-20EC-74DC50DF38E4}"/>
              </a:ext>
            </a:extLst>
          </p:cNvPr>
          <p:cNvSpPr txBox="1"/>
          <p:nvPr/>
        </p:nvSpPr>
        <p:spPr>
          <a:xfrm>
            <a:off x="452284" y="819788"/>
            <a:ext cx="3293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u="sng" dirty="0"/>
              <a:t>Feasibility</a:t>
            </a:r>
            <a:endParaRPr lang="en-IN" sz="2400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5689B6-E80F-C4CD-8E99-CBCAA33BB5AB}"/>
              </a:ext>
            </a:extLst>
          </p:cNvPr>
          <p:cNvSpPr txBox="1"/>
          <p:nvPr/>
        </p:nvSpPr>
        <p:spPr>
          <a:xfrm>
            <a:off x="245804" y="1402326"/>
            <a:ext cx="56830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Technical Feasibility </a:t>
            </a:r>
            <a:r>
              <a:rPr lang="en-US" dirty="0"/>
              <a:t>: Uses proven technologies </a:t>
            </a:r>
            <a:br>
              <a:rPr lang="en-US" dirty="0"/>
            </a:br>
            <a:r>
              <a:rPr lang="en-US" dirty="0"/>
              <a:t>ex:- Python, Playwright, PostgreSQL, Fast API 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Economic Feasibility </a:t>
            </a:r>
            <a:r>
              <a:rPr lang="en-US" dirty="0"/>
              <a:t>: Low software cost             </a:t>
            </a:r>
            <a:br>
              <a:rPr lang="en-US" dirty="0"/>
            </a:br>
            <a:r>
              <a:rPr lang="en-US" dirty="0"/>
              <a:t>Open - source technology stack .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User Feasibility </a:t>
            </a:r>
            <a:r>
              <a:rPr lang="en-IN" dirty="0"/>
              <a:t>: Centralized airfare intelligence for  analysts .</a:t>
            </a:r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1383613-CB78-09A5-3580-80BD840EE466}"/>
              </a:ext>
            </a:extLst>
          </p:cNvPr>
          <p:cNvSpPr/>
          <p:nvPr/>
        </p:nvSpPr>
        <p:spPr>
          <a:xfrm>
            <a:off x="6459795" y="1297859"/>
            <a:ext cx="5486401" cy="2786776"/>
          </a:xfrm>
          <a:prstGeom prst="roundRect">
            <a:avLst/>
          </a:prstGeom>
          <a:solidFill>
            <a:srgbClr val="FF9B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6228B0-444B-5E92-E61E-3EB086CE095F}"/>
              </a:ext>
            </a:extLst>
          </p:cNvPr>
          <p:cNvSpPr txBox="1"/>
          <p:nvPr/>
        </p:nvSpPr>
        <p:spPr>
          <a:xfrm>
            <a:off x="6987725" y="824705"/>
            <a:ext cx="3159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u="sng" dirty="0"/>
              <a:t>Viability</a:t>
            </a:r>
            <a:endParaRPr lang="en-IN" sz="2400" u="sng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FC42E2-26D4-C116-E90B-12563DE97A52}"/>
              </a:ext>
            </a:extLst>
          </p:cNvPr>
          <p:cNvSpPr/>
          <p:nvPr/>
        </p:nvSpPr>
        <p:spPr>
          <a:xfrm>
            <a:off x="2023887" y="4302232"/>
            <a:ext cx="8349141" cy="2426402"/>
          </a:xfrm>
          <a:prstGeom prst="roundRect">
            <a:avLst/>
          </a:prstGeom>
          <a:solidFill>
            <a:srgbClr val="ADCD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endParaRPr lang="en-IN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DBA4506-B280-8710-D83D-2C08AD4E4B80}"/>
              </a:ext>
            </a:extLst>
          </p:cNvPr>
          <p:cNvCxnSpPr>
            <a:cxnSpLocks/>
            <a:stCxn id="10" idx="0"/>
            <a:endCxn id="10" idx="2"/>
          </p:cNvCxnSpPr>
          <p:nvPr/>
        </p:nvCxnSpPr>
        <p:spPr>
          <a:xfrm>
            <a:off x="6198458" y="4302232"/>
            <a:ext cx="0" cy="2426402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D8643E9-E657-F4D2-19AB-AD55AAF23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142" y="4323408"/>
            <a:ext cx="925464" cy="51349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B9FEA10-AD73-A558-EBDA-68F45E0EAD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360" y="4334062"/>
            <a:ext cx="737525" cy="43726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68711AF-BEC1-E6C1-018F-AAB75E1BF775}"/>
              </a:ext>
            </a:extLst>
          </p:cNvPr>
          <p:cNvSpPr txBox="1"/>
          <p:nvPr/>
        </p:nvSpPr>
        <p:spPr>
          <a:xfrm>
            <a:off x="4001735" y="4396784"/>
            <a:ext cx="878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EA2269"/>
                </a:solidFill>
              </a:rPr>
              <a:t>Risk</a:t>
            </a:r>
            <a:endParaRPr lang="en-IN" sz="2400" dirty="0">
              <a:solidFill>
                <a:srgbClr val="EA2269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58A51A-10E3-4163-B16D-413B67416979}"/>
              </a:ext>
            </a:extLst>
          </p:cNvPr>
          <p:cNvSpPr txBox="1"/>
          <p:nvPr/>
        </p:nvSpPr>
        <p:spPr>
          <a:xfrm>
            <a:off x="7620002" y="4378537"/>
            <a:ext cx="1297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EA2269"/>
                </a:solidFill>
              </a:rPr>
              <a:t>Mitigation</a:t>
            </a:r>
            <a:endParaRPr lang="en-IN" sz="2000" dirty="0">
              <a:solidFill>
                <a:srgbClr val="EA2269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DDE6FC-3D29-3474-1634-DCC2DB9D71A2}"/>
              </a:ext>
            </a:extLst>
          </p:cNvPr>
          <p:cNvSpPr txBox="1"/>
          <p:nvPr/>
        </p:nvSpPr>
        <p:spPr>
          <a:xfrm>
            <a:off x="6601965" y="1421345"/>
            <a:ext cx="56830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Reduces manual data collection 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 data           Better market visibility 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small              Scale progressively 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Cost effective           open-source technology used</a:t>
            </a:r>
            <a:br>
              <a:rPr lang="en-US" dirty="0"/>
            </a:b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311B69-4890-8F13-4FA7-ADD21B04C99E}"/>
              </a:ext>
            </a:extLst>
          </p:cNvPr>
          <p:cNvSpPr txBox="1"/>
          <p:nvPr/>
        </p:nvSpPr>
        <p:spPr>
          <a:xfrm>
            <a:off x="2379407" y="4832284"/>
            <a:ext cx="38707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Anti-bot detection/ captcha blocks</a:t>
            </a:r>
            <a:br>
              <a:rPr lang="en-US" dirty="0"/>
            </a:br>
            <a:r>
              <a:rPr lang="en-US" dirty="0"/>
              <a:t>      scrapping 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Duplicate flight/ fare records</a:t>
            </a:r>
            <a:br>
              <a:rPr lang="en-US" dirty="0"/>
            </a:br>
            <a:endParaRPr lang="en-US" dirty="0"/>
          </a:p>
          <a:p>
            <a:r>
              <a:rPr lang="en-US" dirty="0"/>
              <a:t>      High data volume at scale</a:t>
            </a:r>
            <a:br>
              <a:rPr lang="en-US" dirty="0"/>
            </a:b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1B3A3C-47D0-0D17-3D6A-C58EB0761E18}"/>
              </a:ext>
            </a:extLst>
          </p:cNvPr>
          <p:cNvSpPr txBox="1"/>
          <p:nvPr/>
        </p:nvSpPr>
        <p:spPr>
          <a:xfrm>
            <a:off x="6685935" y="4778478"/>
            <a:ext cx="36870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Compliant to rate limiting + permitted/ public sources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Uses deduplication pipeline 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Scalable  cloud infrastructure solves it</a:t>
            </a:r>
            <a:br>
              <a:rPr lang="en-US" dirty="0"/>
            </a:b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53AB2B2-2DE4-DF41-5FCD-3E241E6C6B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543" y="4622487"/>
            <a:ext cx="1467728" cy="9550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045014B-E317-08FA-43CD-9808D03C28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7726" y="5532864"/>
            <a:ext cx="753521" cy="56496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EC596A7-9326-6D6D-D462-52D71191E6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9991" y="6015402"/>
            <a:ext cx="708684" cy="60861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7A9C6CC-E781-31BB-417E-3D1B529210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5502" y="6052045"/>
            <a:ext cx="831291" cy="60861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378F0D-5B9A-4ABA-7F55-C36FFA2649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6015" y="5374528"/>
            <a:ext cx="431264" cy="846850"/>
          </a:xfrm>
          <a:prstGeom prst="rect">
            <a:avLst/>
          </a:prstGeom>
        </p:spPr>
      </p:pic>
      <p:pic>
        <p:nvPicPr>
          <p:cNvPr id="41" name="Picture 40" descr="Limit - Free business and finance icons">
            <a:extLst>
              <a:ext uri="{FF2B5EF4-FFF2-40B4-BE49-F238E27FC236}">
                <a16:creationId xmlns:a16="http://schemas.microsoft.com/office/drawing/2014/main" id="{BC4AAC30-695A-7E42-868A-255A3BB34A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7864" y="4853452"/>
            <a:ext cx="431264" cy="47597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A7757B-A7A0-B858-7A84-5A9104CE2745}"/>
              </a:ext>
            </a:extLst>
          </p:cNvPr>
          <p:cNvCxnSpPr>
            <a:cxnSpLocks/>
          </p:cNvCxnSpPr>
          <p:nvPr/>
        </p:nvCxnSpPr>
        <p:spPr>
          <a:xfrm>
            <a:off x="8603226" y="2182761"/>
            <a:ext cx="40312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C25E726-B9AA-CD5B-534F-958200D6ADBE}"/>
              </a:ext>
            </a:extLst>
          </p:cNvPr>
          <p:cNvCxnSpPr>
            <a:cxnSpLocks/>
          </p:cNvCxnSpPr>
          <p:nvPr/>
        </p:nvCxnSpPr>
        <p:spPr>
          <a:xfrm>
            <a:off x="8111613" y="2674374"/>
            <a:ext cx="491613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C2D2713-9999-29B9-B896-30FB8860213F}"/>
              </a:ext>
            </a:extLst>
          </p:cNvPr>
          <p:cNvCxnSpPr>
            <a:cxnSpLocks/>
          </p:cNvCxnSpPr>
          <p:nvPr/>
        </p:nvCxnSpPr>
        <p:spPr>
          <a:xfrm>
            <a:off x="8318090" y="3244646"/>
            <a:ext cx="41951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04558F9-3C22-52D1-640B-4845FB43EA71}"/>
              </a:ext>
            </a:extLst>
          </p:cNvPr>
          <p:cNvCxnSpPr>
            <a:cxnSpLocks/>
          </p:cNvCxnSpPr>
          <p:nvPr/>
        </p:nvCxnSpPr>
        <p:spPr>
          <a:xfrm>
            <a:off x="4648200" y="2389238"/>
            <a:ext cx="56289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97540"/>
            <a:ext cx="1251857" cy="58088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Woven tech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748" y="1501"/>
            <a:ext cx="2109188" cy="745752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4D6062F-41C8-355C-8C27-5105EC2B26C1}"/>
              </a:ext>
            </a:extLst>
          </p:cNvPr>
          <p:cNvSpPr/>
          <p:nvPr/>
        </p:nvSpPr>
        <p:spPr>
          <a:xfrm>
            <a:off x="3252290" y="268654"/>
            <a:ext cx="4857136" cy="678033"/>
          </a:xfrm>
          <a:prstGeom prst="roundRect">
            <a:avLst/>
          </a:prstGeom>
          <a:solidFill>
            <a:srgbClr val="7252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Impacts and benefits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CC979B-5419-6CE3-AFFE-56BBD4378C93}"/>
              </a:ext>
            </a:extLst>
          </p:cNvPr>
          <p:cNvSpPr/>
          <p:nvPr/>
        </p:nvSpPr>
        <p:spPr>
          <a:xfrm>
            <a:off x="349747" y="2338734"/>
            <a:ext cx="2424977" cy="4283089"/>
          </a:xfrm>
          <a:prstGeom prst="rect">
            <a:avLst/>
          </a:prstGeom>
          <a:solidFill>
            <a:srgbClr val="DDFFE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42878F-347E-3767-D96B-C11EF4EEA94F}"/>
              </a:ext>
            </a:extLst>
          </p:cNvPr>
          <p:cNvSpPr/>
          <p:nvPr/>
        </p:nvSpPr>
        <p:spPr>
          <a:xfrm>
            <a:off x="3416824" y="3087466"/>
            <a:ext cx="2399071" cy="35343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tx1"/>
                </a:solidFill>
              </a:rPr>
              <a:t>Route wise price 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intelligence .</a:t>
            </a:r>
            <a:br>
              <a:rPr lang="en-IN" sz="1600" dirty="0">
                <a:solidFill>
                  <a:schemeClr val="tx1"/>
                </a:solidFill>
              </a:rPr>
            </a:b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tx1"/>
                </a:solidFill>
              </a:rPr>
              <a:t>Identify transportation 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    cost pressure .</a:t>
            </a:r>
            <a:br>
              <a:rPr lang="en-IN" sz="1600" dirty="0">
                <a:solidFill>
                  <a:schemeClr val="tx1"/>
                </a:solidFill>
              </a:rPr>
            </a:b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tx1"/>
                </a:solidFill>
              </a:rPr>
              <a:t>Reduces manual analysis .</a:t>
            </a:r>
            <a:br>
              <a:rPr lang="en-IN" sz="1600" b="1" dirty="0">
                <a:solidFill>
                  <a:schemeClr val="tx1"/>
                </a:solidFill>
              </a:rPr>
            </a:br>
            <a:br>
              <a:rPr lang="en-IN" sz="1600" b="1" dirty="0">
                <a:solidFill>
                  <a:schemeClr val="tx1"/>
                </a:solidFill>
              </a:rPr>
            </a:br>
            <a:br>
              <a:rPr lang="en-IN" sz="1600" b="1" dirty="0">
                <a:solidFill>
                  <a:schemeClr val="tx1"/>
                </a:solidFill>
              </a:rPr>
            </a:br>
            <a:br>
              <a:rPr lang="en-IN" sz="1600" b="1" dirty="0">
                <a:solidFill>
                  <a:schemeClr val="tx1"/>
                </a:solidFill>
              </a:rPr>
            </a:b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5E1F16-925E-B4D5-EE83-3AE3C036E979}"/>
              </a:ext>
            </a:extLst>
          </p:cNvPr>
          <p:cNvSpPr/>
          <p:nvPr/>
        </p:nvSpPr>
        <p:spPr>
          <a:xfrm>
            <a:off x="6483902" y="2993246"/>
            <a:ext cx="2399071" cy="3628575"/>
          </a:xfrm>
          <a:prstGeom prst="rect">
            <a:avLst/>
          </a:prstGeom>
          <a:solidFill>
            <a:srgbClr val="E2CF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tx1"/>
                </a:solidFill>
              </a:rPr>
              <a:t>Helps</a:t>
            </a:r>
            <a:r>
              <a:rPr lang="en-IN" sz="1600" dirty="0">
                <a:solidFill>
                  <a:schemeClr val="tx1"/>
                </a:solidFill>
              </a:rPr>
              <a:t> identify high-fare periods/routes .</a:t>
            </a:r>
            <a:br>
              <a:rPr lang="en-IN" sz="1600" dirty="0">
                <a:solidFill>
                  <a:schemeClr val="tx1"/>
                </a:solidFill>
              </a:rPr>
            </a:b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tx1"/>
                </a:solidFill>
              </a:rPr>
              <a:t>Understand</a:t>
            </a:r>
            <a:r>
              <a:rPr lang="en-IN" sz="1600" dirty="0">
                <a:solidFill>
                  <a:schemeClr val="tx1"/>
                </a:solidFill>
              </a:rPr>
              <a:t> booking - time effects .</a:t>
            </a:r>
            <a:br>
              <a:rPr lang="en-IN" sz="1600" dirty="0">
                <a:solidFill>
                  <a:schemeClr val="tx1"/>
                </a:solidFill>
              </a:rPr>
            </a:b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tx1"/>
                </a:solidFill>
              </a:rPr>
              <a:t>Supports passenger –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focused policies .</a:t>
            </a:r>
            <a:br>
              <a:rPr lang="en-IN" sz="1600" dirty="0">
                <a:solidFill>
                  <a:schemeClr val="tx1"/>
                </a:solidFill>
              </a:rPr>
            </a:br>
            <a:br>
              <a:rPr lang="en-IN" sz="1600" dirty="0">
                <a:solidFill>
                  <a:schemeClr val="tx1"/>
                </a:solidFill>
              </a:rPr>
            </a:br>
            <a:br>
              <a:rPr lang="en-IN" sz="1600" dirty="0">
                <a:solidFill>
                  <a:schemeClr val="tx1"/>
                </a:solidFill>
              </a:rPr>
            </a:b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D61EF3-92B8-924E-C6F1-766053D7A584}"/>
              </a:ext>
            </a:extLst>
          </p:cNvPr>
          <p:cNvSpPr/>
          <p:nvPr/>
        </p:nvSpPr>
        <p:spPr>
          <a:xfrm>
            <a:off x="9550980" y="2993246"/>
            <a:ext cx="2343088" cy="3628575"/>
          </a:xfrm>
          <a:prstGeom prst="rect">
            <a:avLst/>
          </a:prstGeom>
          <a:solidFill>
            <a:srgbClr val="AFCA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tx1"/>
                </a:solidFill>
              </a:rPr>
              <a:t>Automates </a:t>
            </a:r>
            <a:r>
              <a:rPr lang="en-IN" sz="1600" dirty="0">
                <a:solidFill>
                  <a:schemeClr val="tx1"/>
                </a:solidFill>
              </a:rPr>
              <a:t>high-frequency airfare data collection.</a:t>
            </a:r>
            <a:br>
              <a:rPr lang="en-IN" sz="1600" dirty="0">
                <a:solidFill>
                  <a:schemeClr val="tx1"/>
                </a:solidFill>
              </a:rPr>
            </a:b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tx1"/>
                </a:solidFill>
              </a:rPr>
              <a:t>Integrates multiple data </a:t>
            </a:r>
            <a:r>
              <a:rPr lang="en-IN" sz="1600" dirty="0">
                <a:solidFill>
                  <a:schemeClr val="tx1"/>
                </a:solidFill>
              </a:rPr>
              <a:t>sources into a unified pipeline</a:t>
            </a:r>
            <a:br>
              <a:rPr lang="en-IN" sz="1600" dirty="0">
                <a:solidFill>
                  <a:schemeClr val="tx1"/>
                </a:solidFill>
              </a:rPr>
            </a:b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tx1"/>
                </a:solidFill>
              </a:rPr>
              <a:t> </a:t>
            </a:r>
            <a:r>
              <a:rPr lang="en-IN" sz="1600" b="1" dirty="0">
                <a:solidFill>
                  <a:schemeClr val="tx1"/>
                </a:solidFill>
              </a:rPr>
              <a:t>API-driven analytics dashboard .</a:t>
            </a:r>
            <a:br>
              <a:rPr lang="en-IN" sz="1600" b="1" dirty="0">
                <a:solidFill>
                  <a:schemeClr val="tx1"/>
                </a:solidFill>
              </a:rPr>
            </a:b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0BA660-84C4-204A-9FEC-FFABE3D166DF}"/>
              </a:ext>
            </a:extLst>
          </p:cNvPr>
          <p:cNvSpPr/>
          <p:nvPr/>
        </p:nvSpPr>
        <p:spPr>
          <a:xfrm>
            <a:off x="358007" y="2162696"/>
            <a:ext cx="2416717" cy="1052049"/>
          </a:xfrm>
          <a:prstGeom prst="roundRect">
            <a:avLst/>
          </a:prstGeom>
          <a:solidFill>
            <a:srgbClr val="00F25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Government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Impact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FDD6E1-0AB7-BBBF-37B8-AF97C1B9ED1F}"/>
              </a:ext>
            </a:extLst>
          </p:cNvPr>
          <p:cNvSpPr/>
          <p:nvPr/>
        </p:nvSpPr>
        <p:spPr>
          <a:xfrm>
            <a:off x="3399179" y="2162696"/>
            <a:ext cx="2416716" cy="1010369"/>
          </a:xfrm>
          <a:prstGeom prst="roundRect">
            <a:avLst/>
          </a:prstGeom>
          <a:solidFill>
            <a:srgbClr val="F575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Economic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Impact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A14A8AB-296C-18A7-1B21-8B83CED751F7}"/>
              </a:ext>
            </a:extLst>
          </p:cNvPr>
          <p:cNvSpPr/>
          <p:nvPr/>
        </p:nvSpPr>
        <p:spPr>
          <a:xfrm>
            <a:off x="6483900" y="2173627"/>
            <a:ext cx="2399071" cy="1010368"/>
          </a:xfrm>
          <a:prstGeom prst="roundRect">
            <a:avLst/>
          </a:prstGeom>
          <a:solidFill>
            <a:srgbClr val="914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Social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Impact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9C115D2-5AC9-8777-AA53-C969B95BE1AC}"/>
              </a:ext>
            </a:extLst>
          </p:cNvPr>
          <p:cNvSpPr/>
          <p:nvPr/>
        </p:nvSpPr>
        <p:spPr>
          <a:xfrm>
            <a:off x="9494997" y="2162696"/>
            <a:ext cx="2399071" cy="1052049"/>
          </a:xfrm>
          <a:prstGeom prst="roundRect">
            <a:avLst/>
          </a:prstGeom>
          <a:solidFill>
            <a:srgbClr val="0041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Technological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Impact</a:t>
            </a: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4CA3801-0204-06A0-B306-47FF708017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095" y="1508580"/>
            <a:ext cx="1141182" cy="113553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2E9493A-8A0A-1724-92AB-AE38E2EF7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2776" y="1504151"/>
            <a:ext cx="1899496" cy="983410"/>
          </a:xfrm>
          <a:prstGeom prst="rect">
            <a:avLst/>
          </a:prstGeom>
        </p:spPr>
      </p:pic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F887E98C-2A04-9AC3-FEDF-1FD29CA4052C}"/>
              </a:ext>
            </a:extLst>
          </p:cNvPr>
          <p:cNvCxnSpPr>
            <a:cxnSpLocks/>
          </p:cNvCxnSpPr>
          <p:nvPr/>
        </p:nvCxnSpPr>
        <p:spPr>
          <a:xfrm>
            <a:off x="5733769" y="1145075"/>
            <a:ext cx="4988755" cy="371789"/>
          </a:xfrm>
          <a:prstGeom prst="bentConnector2">
            <a:avLst/>
          </a:prstGeom>
          <a:ln>
            <a:solidFill>
              <a:srgbClr val="5C37F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AD0048CE-E37C-A60A-6434-7F486C49758B}"/>
              </a:ext>
            </a:extLst>
          </p:cNvPr>
          <p:cNvCxnSpPr>
            <a:cxnSpLocks/>
            <a:endCxn id="16" idx="0"/>
          </p:cNvCxnSpPr>
          <p:nvPr/>
        </p:nvCxnSpPr>
        <p:spPr>
          <a:xfrm rot="10800000" flipV="1">
            <a:off x="1464687" y="1145068"/>
            <a:ext cx="4269091" cy="363511"/>
          </a:xfrm>
          <a:prstGeom prst="bentConnector2">
            <a:avLst/>
          </a:prstGeom>
          <a:ln>
            <a:solidFill>
              <a:srgbClr val="5C37F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4296003-19CD-F470-E855-C50633428D07}"/>
              </a:ext>
            </a:extLst>
          </p:cNvPr>
          <p:cNvCxnSpPr>
            <a:cxnSpLocks/>
          </p:cNvCxnSpPr>
          <p:nvPr/>
        </p:nvCxnSpPr>
        <p:spPr>
          <a:xfrm>
            <a:off x="4503174" y="1145075"/>
            <a:ext cx="0" cy="363505"/>
          </a:xfrm>
          <a:prstGeom prst="straightConnector1">
            <a:avLst/>
          </a:prstGeom>
          <a:ln>
            <a:solidFill>
              <a:srgbClr val="5C37F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3791FB0-2B04-7536-2276-001BA1C0EE36}"/>
              </a:ext>
            </a:extLst>
          </p:cNvPr>
          <p:cNvCxnSpPr/>
          <p:nvPr/>
        </p:nvCxnSpPr>
        <p:spPr>
          <a:xfrm>
            <a:off x="7683436" y="1145075"/>
            <a:ext cx="0" cy="363505"/>
          </a:xfrm>
          <a:prstGeom prst="straightConnector1">
            <a:avLst/>
          </a:prstGeom>
          <a:ln>
            <a:solidFill>
              <a:srgbClr val="5C37F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7F6CDBF-42D7-2BC1-3748-248863307011}"/>
              </a:ext>
            </a:extLst>
          </p:cNvPr>
          <p:cNvCxnSpPr>
            <a:cxnSpLocks/>
          </p:cNvCxnSpPr>
          <p:nvPr/>
        </p:nvCxnSpPr>
        <p:spPr>
          <a:xfrm>
            <a:off x="6096000" y="946687"/>
            <a:ext cx="0" cy="198380"/>
          </a:xfrm>
          <a:prstGeom prst="line">
            <a:avLst/>
          </a:prstGeom>
          <a:ln>
            <a:solidFill>
              <a:srgbClr val="5C3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741D4F1-B508-707F-98F8-CAB7B9DBE97F}"/>
              </a:ext>
            </a:extLst>
          </p:cNvPr>
          <p:cNvSpPr txBox="1"/>
          <p:nvPr/>
        </p:nvSpPr>
        <p:spPr>
          <a:xfrm>
            <a:off x="297932" y="3359392"/>
            <a:ext cx="2573087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Dedicated Airfare Price Index</a:t>
            </a:r>
            <a:r>
              <a:rPr lang="en-IN" sz="1600" dirty="0"/>
              <a:t> 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Data-driven regulatory</a:t>
            </a:r>
            <a:br>
              <a:rPr lang="en-IN" sz="1600" dirty="0"/>
            </a:br>
            <a:r>
              <a:rPr lang="en-IN" sz="1600" dirty="0"/>
              <a:t>insights 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Alert DGCA/regulator </a:t>
            </a:r>
            <a:br>
              <a:rPr lang="en-IN" dirty="0"/>
            </a:br>
            <a:r>
              <a:rPr lang="en-IN" sz="1600" dirty="0"/>
              <a:t>to abnormal or sudden fare increases.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08828D3-7D38-8671-F63D-2287FB85D5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5722" y="1586196"/>
            <a:ext cx="1928065" cy="97069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12F01E5-4415-F48A-885C-3AA6EFC654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359" y="1268073"/>
            <a:ext cx="2118964" cy="181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875072" y="11332"/>
            <a:ext cx="9163664" cy="79641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08156"/>
            <a:ext cx="1251857" cy="58010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Woven tech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6386" y="1501"/>
            <a:ext cx="1853549" cy="6867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092E9E-DB25-A5FE-8D16-BD424049DEC8}"/>
              </a:ext>
            </a:extLst>
          </p:cNvPr>
          <p:cNvSpPr txBox="1"/>
          <p:nvPr/>
        </p:nvSpPr>
        <p:spPr>
          <a:xfrm>
            <a:off x="78658" y="1063249"/>
            <a:ext cx="939963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66"/>
                </a:solidFill>
              </a:rPr>
              <a:t>Primary sources :</a:t>
            </a:r>
            <a:br>
              <a:rPr lang="en-IN" dirty="0">
                <a:solidFill>
                  <a:srgbClr val="FF0066"/>
                </a:solidFill>
              </a:rPr>
            </a:br>
            <a:br>
              <a:rPr lang="en-IN" dirty="0"/>
            </a:br>
            <a:r>
              <a:rPr lang="en-IN" dirty="0" err="1"/>
              <a:t>MoSPI</a:t>
            </a:r>
            <a:r>
              <a:rPr lang="en-IN" dirty="0"/>
              <a:t> for CPI context - </a:t>
            </a:r>
            <a:r>
              <a:rPr lang="en-IN" dirty="0">
                <a:hlinkClick r:id="rId4"/>
              </a:rPr>
              <a:t>Product | Ministry of Statistics</a:t>
            </a:r>
            <a:br>
              <a:rPr lang="en-IN" dirty="0"/>
            </a:br>
            <a:br>
              <a:rPr lang="en-IN" dirty="0"/>
            </a:br>
            <a:r>
              <a:rPr lang="en-US" dirty="0"/>
              <a:t>DGCA Air Traffic Data - </a:t>
            </a:r>
            <a:r>
              <a:rPr lang="en-IN" dirty="0">
                <a:hlinkClick r:id="rId5"/>
              </a:rPr>
              <a:t>Home | Directorate General of Civil Aviation | Government of India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>
                <a:solidFill>
                  <a:srgbClr val="00B050"/>
                </a:solidFill>
              </a:rPr>
              <a:t>Market understanding :</a:t>
            </a:r>
          </a:p>
          <a:p>
            <a:br>
              <a:rPr lang="en-IN" dirty="0"/>
            </a:br>
            <a:r>
              <a:rPr lang="en-IN" dirty="0"/>
              <a:t>Airline websites -  </a:t>
            </a:r>
            <a:r>
              <a:rPr lang="en-IN" dirty="0">
                <a:hlinkClick r:id="rId6"/>
              </a:rPr>
              <a:t>Book Domestic and International Flights at Lowest Airfare</a:t>
            </a:r>
            <a:br>
              <a:rPr lang="en-IN" dirty="0"/>
            </a:br>
            <a:r>
              <a:rPr lang="en-IN" dirty="0"/>
              <a:t>                                </a:t>
            </a:r>
            <a:r>
              <a:rPr lang="en-IN" dirty="0">
                <a:hlinkClick r:id="rId7"/>
              </a:rPr>
              <a:t>SpiceJet - Flight Booking for Domestic and International, Cheap Air Tickets</a:t>
            </a:r>
            <a:br>
              <a:rPr lang="en-IN" dirty="0"/>
            </a:br>
            <a:r>
              <a:rPr lang="en-IN" dirty="0"/>
              <a:t>                                </a:t>
            </a:r>
            <a:r>
              <a:rPr lang="en-IN" dirty="0">
                <a:hlinkClick r:id="rId8"/>
              </a:rPr>
              <a:t>Air India: Book Domestic &amp; International Non-Stop Direct Flights</a:t>
            </a:r>
            <a:br>
              <a:rPr lang="en-IN" dirty="0"/>
            </a:br>
            <a:br>
              <a:rPr lang="en-IN" dirty="0"/>
            </a:br>
            <a:r>
              <a:rPr lang="en-IN" dirty="0"/>
              <a:t>OTAs websites -     </a:t>
            </a:r>
            <a:r>
              <a:rPr lang="en-IN" dirty="0">
                <a:hlinkClick r:id="rId9"/>
              </a:rPr>
              <a:t>Flight Booking, Cheap Flights , Air Ticket Booking at Lowest Airfare | MakeMyTrip</a:t>
            </a:r>
            <a:br>
              <a:rPr lang="en-IN" dirty="0"/>
            </a:br>
            <a:r>
              <a:rPr lang="en-IN" dirty="0"/>
              <a:t>                                 </a:t>
            </a:r>
            <a:r>
              <a:rPr lang="en-IN" dirty="0" err="1">
                <a:hlinkClick r:id="rId10"/>
              </a:rPr>
              <a:t>ixigo</a:t>
            </a:r>
            <a:r>
              <a:rPr lang="en-IN" dirty="0">
                <a:hlinkClick r:id="rId10"/>
              </a:rPr>
              <a:t> - Best Travel Website, Book Flights, Trains, Hotels &amp; Buses</a:t>
            </a:r>
            <a:br>
              <a:rPr lang="en-IN" dirty="0"/>
            </a:br>
            <a:r>
              <a:rPr lang="en-IN" dirty="0"/>
              <a:t>                                 </a:t>
            </a:r>
            <a:r>
              <a:rPr lang="en-IN" dirty="0">
                <a:hlinkClick r:id="rId11"/>
              </a:rPr>
              <a:t>Flight Ticket Booking, Cheap Flights, Air Tickets at Lowest Airfare | </a:t>
            </a:r>
            <a:r>
              <a:rPr lang="en-IN" dirty="0" err="1">
                <a:hlinkClick r:id="rId11"/>
              </a:rPr>
              <a:t>EaseMyTrip</a:t>
            </a:r>
            <a:br>
              <a:rPr lang="en-IN" dirty="0"/>
            </a:br>
            <a:br>
              <a:rPr lang="en-IN" dirty="0"/>
            </a:br>
            <a:r>
              <a:rPr lang="en-IN" dirty="0">
                <a:solidFill>
                  <a:srgbClr val="7030A0"/>
                </a:solidFill>
              </a:rPr>
              <a:t>Others : </a:t>
            </a:r>
            <a:br>
              <a:rPr lang="en-IN" dirty="0"/>
            </a:br>
            <a:r>
              <a:rPr lang="en-IN" dirty="0"/>
              <a:t>                 </a:t>
            </a:r>
            <a:r>
              <a:rPr lang="en-IN" dirty="0">
                <a:hlinkClick r:id="rId12"/>
              </a:rPr>
              <a:t>India Service Producer Price Index Q1 FY27: Air Travel Prices Surge, Banking Declines</a:t>
            </a:r>
            <a:br>
              <a:rPr lang="en-IN" dirty="0"/>
            </a:br>
            <a:r>
              <a:rPr lang="en-IN" dirty="0"/>
              <a:t>                             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19562</TotalTime>
  <Words>779</Words>
  <Application>Microsoft Office PowerPoint</Application>
  <PresentationFormat>Widescreen</PresentationFormat>
  <Paragraphs>113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PowerPoint Presentation</vt:lpstr>
      <vt:lpstr>PowerPoint Presentation</vt:lpstr>
      <vt:lpstr>FEASIBILITY AND VIABILITY</vt:lpstr>
      <vt:lpstr>PowerPoint Presentation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Sameer Kumar</cp:lastModifiedBy>
  <cp:revision>149</cp:revision>
  <cp:lastPrinted>2026-09-06T17:52:07Z</cp:lastPrinted>
  <dcterms:created xsi:type="dcterms:W3CDTF">2013-12-12T18:46:50Z</dcterms:created>
  <dcterms:modified xsi:type="dcterms:W3CDTF">2026-09-10T04:33:40Z</dcterms:modified>
  <cp:category/>
</cp:coreProperties>
</file>